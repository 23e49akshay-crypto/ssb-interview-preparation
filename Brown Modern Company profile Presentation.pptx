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74" r:id="rId6"/>
    <p:sldId id="275" r:id="rId7"/>
    <p:sldId id="266" r:id="rId8"/>
    <p:sldId id="270" r:id="rId9"/>
    <p:sldId id="276" r:id="rId10"/>
    <p:sldId id="277" r:id="rId11"/>
    <p:sldId id="278" r:id="rId12"/>
    <p:sldId id="267" r:id="rId13"/>
    <p:sldId id="279" r:id="rId14"/>
    <p:sldId id="280" r:id="rId15"/>
    <p:sldId id="281" r:id="rId16"/>
    <p:sldId id="285" r:id="rId17"/>
    <p:sldId id="268" r:id="rId18"/>
    <p:sldId id="261" r:id="rId19"/>
    <p:sldId id="271" r:id="rId20"/>
    <p:sldId id="272" r:id="rId21"/>
    <p:sldId id="273" r:id="rId22"/>
    <p:sldId id="282" r:id="rId23"/>
    <p:sldId id="283" r:id="rId24"/>
    <p:sldId id="284" r:id="rId25"/>
    <p:sldId id="264" r:id="rId26"/>
    <p:sldId id="262" r:id="rId27"/>
  </p:sldIdLst>
  <p:sldSz cx="18288000" cy="10287000"/>
  <p:notesSz cx="6858000" cy="9144000"/>
  <p:embeddedFontLst>
    <p:embeddedFont>
      <p:font typeface="Saira" panose="020B0604020202020204" charset="0"/>
      <p:regular r:id="rId28"/>
    </p:embeddedFont>
    <p:embeddedFont>
      <p:font typeface="Saira Bold" panose="020B0604020202020204" charset="0"/>
      <p:regular r:id="rId29"/>
    </p:embeddedFont>
    <p:embeddedFont>
      <p:font typeface="Saira Heavy" panose="020B0604020202020204" charset="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9900"/>
    <a:srgbClr val="66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3.fntdata"/><Relationship Id="rId8" Type="http://schemas.openxmlformats.org/officeDocument/2006/relationships/slide" Target="slides/slide7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image" Target="../media/image3.jpeg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image" Target="../media/image3.jpeg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376ADA0-1B9A-4E4B-AE92-C9361F83B8BF}" type="doc">
      <dgm:prSet loTypeId="urn:microsoft.com/office/officeart/2005/8/layout/h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4E7859C-8ADE-42FB-8278-391DDEE363DF}">
      <dgm:prSet phldrT="[Text]"/>
      <dgm:spPr/>
      <dgm:t>
        <a:bodyPr/>
        <a:lstStyle/>
        <a:p>
          <a:r>
            <a:rPr lang="en-US" b="1" dirty="0">
              <a:solidFill>
                <a:srgbClr val="ECDDD4"/>
              </a:solidFill>
              <a:latin typeface="Saira Bold"/>
              <a:ea typeface="Saira Bold"/>
              <a:cs typeface="Saira Bold"/>
              <a:sym typeface="Saira Bold"/>
            </a:rPr>
            <a:t>Day 1</a:t>
          </a:r>
          <a:endParaRPr lang="en-IN" dirty="0">
            <a:solidFill>
              <a:srgbClr val="CC9900"/>
            </a:solidFill>
          </a:endParaRPr>
        </a:p>
      </dgm:t>
    </dgm:pt>
    <dgm:pt modelId="{392B368C-840A-4109-9F6B-69B8F35E272B}" type="parTrans" cxnId="{16B8E88C-9901-4EE0-8E40-9E629B44F92E}">
      <dgm:prSet/>
      <dgm:spPr/>
      <dgm:t>
        <a:bodyPr/>
        <a:lstStyle/>
        <a:p>
          <a:endParaRPr lang="en-IN"/>
        </a:p>
      </dgm:t>
    </dgm:pt>
    <dgm:pt modelId="{C1701B76-D9F6-494E-A1D2-7A8B75B1FD83}" type="sibTrans" cxnId="{16B8E88C-9901-4EE0-8E40-9E629B44F92E}">
      <dgm:prSet/>
      <dgm:spPr/>
      <dgm:t>
        <a:bodyPr/>
        <a:lstStyle/>
        <a:p>
          <a:endParaRPr lang="en-IN"/>
        </a:p>
      </dgm:t>
    </dgm:pt>
    <dgm:pt modelId="{E0588E6D-A71C-4888-BE83-BDBB63879F99}">
      <dgm:prSet phldrT="[Text]"/>
      <dgm:spPr>
        <a:blipFill rotWithShape="0">
          <a:blip xmlns:r="http://schemas.openxmlformats.org/officeDocument/2006/relationships" r:embed="rId1"/>
          <a:tile tx="0" ty="0" sx="100000" sy="100000" flip="none" algn="tl"/>
        </a:blipFill>
      </dgm:spPr>
      <dgm:t>
        <a:bodyPr/>
        <a:lstStyle/>
        <a:p>
          <a:r>
            <a:rPr lang="en-IN" dirty="0">
              <a:solidFill>
                <a:schemeClr val="tx1"/>
              </a:solidFill>
            </a:rPr>
            <a:t>OIR</a:t>
          </a:r>
        </a:p>
      </dgm:t>
    </dgm:pt>
    <dgm:pt modelId="{EDE3FD4F-574D-4FBD-BFAD-AF78014123B3}" type="parTrans" cxnId="{4EDBC59B-76F5-4EE1-AA10-BFD9E39EB15C}">
      <dgm:prSet/>
      <dgm:spPr/>
      <dgm:t>
        <a:bodyPr/>
        <a:lstStyle/>
        <a:p>
          <a:endParaRPr lang="en-IN"/>
        </a:p>
      </dgm:t>
    </dgm:pt>
    <dgm:pt modelId="{98962502-6115-4B9F-9D82-74AC6CFF9803}" type="sibTrans" cxnId="{4EDBC59B-76F5-4EE1-AA10-BFD9E39EB15C}">
      <dgm:prSet/>
      <dgm:spPr/>
      <dgm:t>
        <a:bodyPr/>
        <a:lstStyle/>
        <a:p>
          <a:endParaRPr lang="en-IN"/>
        </a:p>
      </dgm:t>
    </dgm:pt>
    <dgm:pt modelId="{A9512258-3611-4E6B-A102-1D6C41FCF7C2}">
      <dgm:prSet phldrT="[Text]"/>
      <dgm:spPr/>
      <dgm:t>
        <a:bodyPr/>
        <a:lstStyle/>
        <a:p>
          <a:r>
            <a:rPr lang="en-IN" dirty="0">
              <a:solidFill>
                <a:schemeClr val="tx1"/>
              </a:solidFill>
            </a:rPr>
            <a:t>PPDT</a:t>
          </a:r>
        </a:p>
      </dgm:t>
    </dgm:pt>
    <dgm:pt modelId="{277029D8-5519-4B03-9643-4CEE94601EA2}" type="parTrans" cxnId="{1CF026DE-61E7-4B2C-9182-B3A9065EF343}">
      <dgm:prSet/>
      <dgm:spPr/>
      <dgm:t>
        <a:bodyPr/>
        <a:lstStyle/>
        <a:p>
          <a:endParaRPr lang="en-IN"/>
        </a:p>
      </dgm:t>
    </dgm:pt>
    <dgm:pt modelId="{D2429EAD-8E84-43AE-B853-8DD5E8E4C853}" type="sibTrans" cxnId="{1CF026DE-61E7-4B2C-9182-B3A9065EF343}">
      <dgm:prSet/>
      <dgm:spPr/>
      <dgm:t>
        <a:bodyPr/>
        <a:lstStyle/>
        <a:p>
          <a:endParaRPr lang="en-IN"/>
        </a:p>
      </dgm:t>
    </dgm:pt>
    <dgm:pt modelId="{BAB65DA7-F62C-4FDD-AADA-E2341EB794DB}">
      <dgm:prSet phldrT="[Text]"/>
      <dgm:spPr/>
      <dgm:t>
        <a:bodyPr/>
        <a:lstStyle/>
        <a:p>
          <a:r>
            <a:rPr lang="en-US" b="1" dirty="0">
              <a:solidFill>
                <a:srgbClr val="ECDDD4"/>
              </a:solidFill>
              <a:latin typeface="Saira Bold"/>
              <a:ea typeface="Saira Bold"/>
              <a:cs typeface="Saira Bold"/>
              <a:sym typeface="Saira Bold"/>
            </a:rPr>
            <a:t>Day 2</a:t>
          </a:r>
          <a:endParaRPr lang="en-IN" dirty="0">
            <a:solidFill>
              <a:srgbClr val="CC9900"/>
            </a:solidFill>
          </a:endParaRPr>
        </a:p>
      </dgm:t>
    </dgm:pt>
    <dgm:pt modelId="{D8ED2CA9-9042-41D9-97BB-0D62FA9E6610}" type="parTrans" cxnId="{7E769C21-EADC-44BF-BEA4-7A34738D64C6}">
      <dgm:prSet/>
      <dgm:spPr/>
      <dgm:t>
        <a:bodyPr/>
        <a:lstStyle/>
        <a:p>
          <a:endParaRPr lang="en-IN"/>
        </a:p>
      </dgm:t>
    </dgm:pt>
    <dgm:pt modelId="{22043B49-9810-4CB2-85DE-C4DDD2AD359C}" type="sibTrans" cxnId="{7E769C21-EADC-44BF-BEA4-7A34738D64C6}">
      <dgm:prSet/>
      <dgm:spPr/>
      <dgm:t>
        <a:bodyPr/>
        <a:lstStyle/>
        <a:p>
          <a:endParaRPr lang="en-IN"/>
        </a:p>
      </dgm:t>
    </dgm:pt>
    <dgm:pt modelId="{3DC2369A-704A-4306-8229-2798CEA9C1CD}">
      <dgm:prSet phldrT="[Text]"/>
      <dgm:spPr>
        <a:blipFill rotWithShape="0">
          <a:blip xmlns:r="http://schemas.openxmlformats.org/officeDocument/2006/relationships" r:embed="rId1"/>
          <a:tile tx="0" ty="0" sx="100000" sy="100000" flip="none" algn="tl"/>
        </a:blipFill>
      </dgm:spPr>
      <dgm:t>
        <a:bodyPr/>
        <a:lstStyle/>
        <a:p>
          <a:r>
            <a:rPr lang="en-IN" dirty="0">
              <a:solidFill>
                <a:schemeClr val="tx1"/>
              </a:solidFill>
            </a:rPr>
            <a:t>Psych test</a:t>
          </a:r>
        </a:p>
      </dgm:t>
    </dgm:pt>
    <dgm:pt modelId="{8DF9F741-C26F-4C31-9410-98246E9969C8}" type="parTrans" cxnId="{7D102403-A4E0-4DD7-8182-A0B0926541B7}">
      <dgm:prSet/>
      <dgm:spPr/>
      <dgm:t>
        <a:bodyPr/>
        <a:lstStyle/>
        <a:p>
          <a:endParaRPr lang="en-IN"/>
        </a:p>
      </dgm:t>
    </dgm:pt>
    <dgm:pt modelId="{2EBE0BE3-9032-41BC-8FB1-0184A7B94E40}" type="sibTrans" cxnId="{7D102403-A4E0-4DD7-8182-A0B0926541B7}">
      <dgm:prSet/>
      <dgm:spPr/>
      <dgm:t>
        <a:bodyPr/>
        <a:lstStyle/>
        <a:p>
          <a:endParaRPr lang="en-IN"/>
        </a:p>
      </dgm:t>
    </dgm:pt>
    <dgm:pt modelId="{8E8A30EF-072D-4E74-9D79-12A1C1527272}">
      <dgm:prSet phldrT="[Text]"/>
      <dgm:spPr/>
      <dgm:t>
        <a:bodyPr/>
        <a:lstStyle/>
        <a:p>
          <a:r>
            <a:rPr lang="en-IN" dirty="0">
              <a:solidFill>
                <a:schemeClr val="tx1"/>
              </a:solidFill>
            </a:rPr>
            <a:t>IO</a:t>
          </a:r>
        </a:p>
      </dgm:t>
    </dgm:pt>
    <dgm:pt modelId="{FA30D106-35A2-4628-B073-9CF863525485}" type="parTrans" cxnId="{BFD0C60B-639D-426F-A30B-5EE12198A8D8}">
      <dgm:prSet/>
      <dgm:spPr/>
      <dgm:t>
        <a:bodyPr/>
        <a:lstStyle/>
        <a:p>
          <a:endParaRPr lang="en-IN"/>
        </a:p>
      </dgm:t>
    </dgm:pt>
    <dgm:pt modelId="{0041FB66-30B8-4C3B-AA4A-6D5584357B5E}" type="sibTrans" cxnId="{BFD0C60B-639D-426F-A30B-5EE12198A8D8}">
      <dgm:prSet/>
      <dgm:spPr/>
      <dgm:t>
        <a:bodyPr/>
        <a:lstStyle/>
        <a:p>
          <a:endParaRPr lang="en-IN"/>
        </a:p>
      </dgm:t>
    </dgm:pt>
    <dgm:pt modelId="{31E5BA36-237E-4C8C-A6A0-6E51DBAF3832}">
      <dgm:prSet phldrT="[Text]"/>
      <dgm:spPr/>
      <dgm:t>
        <a:bodyPr/>
        <a:lstStyle/>
        <a:p>
          <a:r>
            <a:rPr lang="en-US" b="1" dirty="0">
              <a:solidFill>
                <a:srgbClr val="ECDDD4"/>
              </a:solidFill>
              <a:latin typeface="Saira Bold"/>
              <a:ea typeface="Saira Bold"/>
              <a:cs typeface="Saira Bold"/>
              <a:sym typeface="Saira Bold"/>
            </a:rPr>
            <a:t>Day 3, Day 4</a:t>
          </a:r>
          <a:endParaRPr lang="en-IN" dirty="0">
            <a:solidFill>
              <a:srgbClr val="CC9900"/>
            </a:solidFill>
          </a:endParaRPr>
        </a:p>
      </dgm:t>
    </dgm:pt>
    <dgm:pt modelId="{CA59F7BD-4D6B-4171-BD09-D03668FBB580}" type="parTrans" cxnId="{E50E9B7D-1AB6-4EDA-ABDD-811F7A7B738C}">
      <dgm:prSet/>
      <dgm:spPr/>
      <dgm:t>
        <a:bodyPr/>
        <a:lstStyle/>
        <a:p>
          <a:endParaRPr lang="en-IN"/>
        </a:p>
      </dgm:t>
    </dgm:pt>
    <dgm:pt modelId="{0D075467-B4CB-4C6F-8B48-B7F29442432C}" type="sibTrans" cxnId="{E50E9B7D-1AB6-4EDA-ABDD-811F7A7B738C}">
      <dgm:prSet/>
      <dgm:spPr/>
      <dgm:t>
        <a:bodyPr/>
        <a:lstStyle/>
        <a:p>
          <a:endParaRPr lang="en-IN"/>
        </a:p>
      </dgm:t>
    </dgm:pt>
    <dgm:pt modelId="{C5F88238-E10B-4508-820C-CD2E61F36117}">
      <dgm:prSet phldrT="[Text]"/>
      <dgm:spPr>
        <a:blipFill rotWithShape="0">
          <a:blip xmlns:r="http://schemas.openxmlformats.org/officeDocument/2006/relationships" r:embed="rId1"/>
          <a:tile tx="0" ty="0" sx="100000" sy="100000" flip="none" algn="tl"/>
        </a:blipFill>
      </dgm:spPr>
      <dgm:t>
        <a:bodyPr/>
        <a:lstStyle/>
        <a:p>
          <a:r>
            <a:rPr lang="en-IN" dirty="0">
              <a:solidFill>
                <a:schemeClr val="tx1"/>
              </a:solidFill>
            </a:rPr>
            <a:t>GTO</a:t>
          </a:r>
        </a:p>
      </dgm:t>
    </dgm:pt>
    <dgm:pt modelId="{8E1A6475-C50F-440C-B805-2DBA41C88DC8}" type="parTrans" cxnId="{D5EF6C53-CFCB-46C7-AE9D-C295AC246DCE}">
      <dgm:prSet/>
      <dgm:spPr/>
      <dgm:t>
        <a:bodyPr/>
        <a:lstStyle/>
        <a:p>
          <a:endParaRPr lang="en-IN"/>
        </a:p>
      </dgm:t>
    </dgm:pt>
    <dgm:pt modelId="{4FBA58CC-3B8F-4089-907B-1BB247E2B918}" type="sibTrans" cxnId="{D5EF6C53-CFCB-46C7-AE9D-C295AC246DCE}">
      <dgm:prSet/>
      <dgm:spPr/>
      <dgm:t>
        <a:bodyPr/>
        <a:lstStyle/>
        <a:p>
          <a:endParaRPr lang="en-IN"/>
        </a:p>
      </dgm:t>
    </dgm:pt>
    <dgm:pt modelId="{30F84C27-E5E3-4561-B5FA-0955ED99E612}">
      <dgm:prSet phldrT="[Text]"/>
      <dgm:spPr/>
      <dgm:t>
        <a:bodyPr/>
        <a:lstStyle/>
        <a:p>
          <a:r>
            <a:rPr lang="en-IN" dirty="0">
              <a:solidFill>
                <a:schemeClr val="tx1"/>
              </a:solidFill>
            </a:rPr>
            <a:t>IO</a:t>
          </a:r>
        </a:p>
      </dgm:t>
    </dgm:pt>
    <dgm:pt modelId="{1924394D-8A22-4686-9290-AE44AA7A9838}" type="parTrans" cxnId="{4489B628-CC7C-44AC-8F20-8D8EC12E2468}">
      <dgm:prSet/>
      <dgm:spPr/>
      <dgm:t>
        <a:bodyPr/>
        <a:lstStyle/>
        <a:p>
          <a:endParaRPr lang="en-IN"/>
        </a:p>
      </dgm:t>
    </dgm:pt>
    <dgm:pt modelId="{035CD7C8-5951-487C-8108-9AAC93FB94F9}" type="sibTrans" cxnId="{4489B628-CC7C-44AC-8F20-8D8EC12E2468}">
      <dgm:prSet/>
      <dgm:spPr/>
      <dgm:t>
        <a:bodyPr/>
        <a:lstStyle/>
        <a:p>
          <a:endParaRPr lang="en-IN"/>
        </a:p>
      </dgm:t>
    </dgm:pt>
    <dgm:pt modelId="{4D33D235-0FCB-4523-AFD5-FB0688022128}">
      <dgm:prSet phldrT="[Text]"/>
      <dgm:spPr/>
      <dgm:t>
        <a:bodyPr/>
        <a:lstStyle/>
        <a:p>
          <a:r>
            <a:rPr lang="en-US" b="1" dirty="0">
              <a:solidFill>
                <a:srgbClr val="ECDDD4"/>
              </a:solidFill>
              <a:latin typeface="Saira Bold"/>
              <a:ea typeface="Saira Bold"/>
              <a:cs typeface="Saira Bold"/>
              <a:sym typeface="Saira Bold"/>
            </a:rPr>
            <a:t>Day 5</a:t>
          </a:r>
          <a:endParaRPr lang="en-IN" dirty="0">
            <a:solidFill>
              <a:srgbClr val="CC9900"/>
            </a:solidFill>
          </a:endParaRPr>
        </a:p>
      </dgm:t>
    </dgm:pt>
    <dgm:pt modelId="{0986896A-7B7E-4A28-B934-EABFB00AA992}" type="parTrans" cxnId="{A067C406-4F07-4AC0-AB66-88AA209B47F8}">
      <dgm:prSet/>
      <dgm:spPr/>
      <dgm:t>
        <a:bodyPr/>
        <a:lstStyle/>
        <a:p>
          <a:endParaRPr lang="en-IN"/>
        </a:p>
      </dgm:t>
    </dgm:pt>
    <dgm:pt modelId="{70EF1F64-0968-42D7-A92B-0A02EA7F0B84}" type="sibTrans" cxnId="{A067C406-4F07-4AC0-AB66-88AA209B47F8}">
      <dgm:prSet/>
      <dgm:spPr/>
      <dgm:t>
        <a:bodyPr/>
        <a:lstStyle/>
        <a:p>
          <a:endParaRPr lang="en-IN"/>
        </a:p>
      </dgm:t>
    </dgm:pt>
    <dgm:pt modelId="{464BF642-4917-4823-BF34-4F283CA7FC43}">
      <dgm:prSet phldrT="[Text]"/>
      <dgm:spPr>
        <a:blipFill rotWithShape="0">
          <a:blip xmlns:r="http://schemas.openxmlformats.org/officeDocument/2006/relationships" r:embed="rId1"/>
          <a:tile tx="0" ty="0" sx="100000" sy="100000" flip="none" algn="tl"/>
        </a:blipFill>
      </dgm:spPr>
      <dgm:t>
        <a:bodyPr/>
        <a:lstStyle/>
        <a:p>
          <a:r>
            <a:rPr lang="en-IN" dirty="0">
              <a:solidFill>
                <a:schemeClr val="tx1"/>
              </a:solidFill>
            </a:rPr>
            <a:t>Conference</a:t>
          </a:r>
        </a:p>
      </dgm:t>
    </dgm:pt>
    <dgm:pt modelId="{52049876-156A-40F9-A6E5-E78C445DD083}" type="parTrans" cxnId="{E1BA7AB6-13EE-459E-9800-461B09EF398A}">
      <dgm:prSet/>
      <dgm:spPr/>
      <dgm:t>
        <a:bodyPr/>
        <a:lstStyle/>
        <a:p>
          <a:endParaRPr lang="en-IN"/>
        </a:p>
      </dgm:t>
    </dgm:pt>
    <dgm:pt modelId="{597F8DED-3A4F-4E04-AE7C-811C6B2D9958}" type="sibTrans" cxnId="{E1BA7AB6-13EE-459E-9800-461B09EF398A}">
      <dgm:prSet/>
      <dgm:spPr/>
      <dgm:t>
        <a:bodyPr/>
        <a:lstStyle/>
        <a:p>
          <a:endParaRPr lang="en-IN"/>
        </a:p>
      </dgm:t>
    </dgm:pt>
    <dgm:pt modelId="{668D1E4D-A2B5-44F2-BE1E-AF770E2A6282}" type="pres">
      <dgm:prSet presAssocID="{D376ADA0-1B9A-4E4B-AE92-C9361F83B8BF}" presName="linearFlow" presStyleCnt="0">
        <dgm:presLayoutVars>
          <dgm:dir/>
          <dgm:animLvl val="lvl"/>
          <dgm:resizeHandles/>
        </dgm:presLayoutVars>
      </dgm:prSet>
      <dgm:spPr/>
    </dgm:pt>
    <dgm:pt modelId="{0CC5334B-D5A2-4E8A-B6F6-BECB4F24FAF4}" type="pres">
      <dgm:prSet presAssocID="{74E7859C-8ADE-42FB-8278-391DDEE363DF}" presName="compositeNode" presStyleCnt="0">
        <dgm:presLayoutVars>
          <dgm:bulletEnabled val="1"/>
        </dgm:presLayoutVars>
      </dgm:prSet>
      <dgm:spPr/>
    </dgm:pt>
    <dgm:pt modelId="{8E2058B0-5B32-43C9-BA14-7D97C8448D31}" type="pres">
      <dgm:prSet presAssocID="{74E7859C-8ADE-42FB-8278-391DDEE363DF}" presName="image" presStyleLbl="fgImgPlace1" presStyleIdx="0" presStyleCnt="4" custLinFactNeighborX="1159" custLinFactNeighborY="-130"/>
      <dgm:spPr>
        <a:blipFill>
          <a:blip xmlns:r="http://schemas.openxmlformats.org/officeDocument/2006/relationships"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uzzle pieces with solid fill"/>
        </a:ext>
      </dgm:extLst>
    </dgm:pt>
    <dgm:pt modelId="{71F0EC79-D8E9-4DEA-8D3C-6AF9F87BFD45}" type="pres">
      <dgm:prSet presAssocID="{74E7859C-8ADE-42FB-8278-391DDEE363DF}" presName="childNode" presStyleLbl="node1" presStyleIdx="0" presStyleCnt="4" custScaleY="33845" custLinFactNeighborX="2008" custLinFactNeighborY="-24918">
        <dgm:presLayoutVars>
          <dgm:bulletEnabled val="1"/>
        </dgm:presLayoutVars>
      </dgm:prSet>
      <dgm:spPr/>
    </dgm:pt>
    <dgm:pt modelId="{C3B55C25-5290-4E6E-AB8C-FB0EE26F5D48}" type="pres">
      <dgm:prSet presAssocID="{74E7859C-8ADE-42FB-8278-391DDEE363DF}" presName="parentNode" presStyleLbl="revTx" presStyleIdx="0" presStyleCnt="4" custLinFactNeighborX="-11372" custLinFactNeighborY="3737">
        <dgm:presLayoutVars>
          <dgm:chMax val="0"/>
          <dgm:bulletEnabled val="1"/>
        </dgm:presLayoutVars>
      </dgm:prSet>
      <dgm:spPr/>
    </dgm:pt>
    <dgm:pt modelId="{2FA23480-BD99-4942-A57D-38684783C491}" type="pres">
      <dgm:prSet presAssocID="{C1701B76-D9F6-494E-A1D2-7A8B75B1FD83}" presName="sibTrans" presStyleCnt="0"/>
      <dgm:spPr/>
    </dgm:pt>
    <dgm:pt modelId="{2DAE1FFA-395A-41E9-9372-C5B46467EF5D}" type="pres">
      <dgm:prSet presAssocID="{BAB65DA7-F62C-4FDD-AADA-E2341EB794DB}" presName="compositeNode" presStyleCnt="0">
        <dgm:presLayoutVars>
          <dgm:bulletEnabled val="1"/>
        </dgm:presLayoutVars>
      </dgm:prSet>
      <dgm:spPr/>
    </dgm:pt>
    <dgm:pt modelId="{3C55DDA5-E96E-46CF-AF09-8A0D5C2A2E93}" type="pres">
      <dgm:prSet presAssocID="{BAB65DA7-F62C-4FDD-AADA-E2341EB794DB}" presName="image" presStyleLbl="fgImgPlace1" presStyleIdx="1" presStyleCnt="4"/>
      <dgm:spPr>
        <a:blipFill>
          <a:blip xmlns:r="http://schemas.openxmlformats.org/officeDocument/2006/relationships"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rain in head with solid fill"/>
        </a:ext>
      </dgm:extLst>
    </dgm:pt>
    <dgm:pt modelId="{D0C71383-314F-4CC8-913B-2D0ECFD137CA}" type="pres">
      <dgm:prSet presAssocID="{BAB65DA7-F62C-4FDD-AADA-E2341EB794DB}" presName="childNode" presStyleLbl="node1" presStyleIdx="1" presStyleCnt="4" custScaleY="33845" custLinFactNeighborX="2008" custLinFactNeighborY="-24918">
        <dgm:presLayoutVars>
          <dgm:bulletEnabled val="1"/>
        </dgm:presLayoutVars>
      </dgm:prSet>
      <dgm:spPr/>
    </dgm:pt>
    <dgm:pt modelId="{AECEE637-4A9E-404B-A94F-C2F4384AD1AC}" type="pres">
      <dgm:prSet presAssocID="{BAB65DA7-F62C-4FDD-AADA-E2341EB794DB}" presName="parentNode" presStyleLbl="revTx" presStyleIdx="1" presStyleCnt="4" custLinFactNeighborX="-11372" custLinFactNeighborY="3737">
        <dgm:presLayoutVars>
          <dgm:chMax val="0"/>
          <dgm:bulletEnabled val="1"/>
        </dgm:presLayoutVars>
      </dgm:prSet>
      <dgm:spPr/>
    </dgm:pt>
    <dgm:pt modelId="{FFC86984-73E3-46EF-A786-90CEB4BED5A8}" type="pres">
      <dgm:prSet presAssocID="{22043B49-9810-4CB2-85DE-C4DDD2AD359C}" presName="sibTrans" presStyleCnt="0"/>
      <dgm:spPr/>
    </dgm:pt>
    <dgm:pt modelId="{7DA18682-EE97-4901-81C5-22AE9C39C2E7}" type="pres">
      <dgm:prSet presAssocID="{31E5BA36-237E-4C8C-A6A0-6E51DBAF3832}" presName="compositeNode" presStyleCnt="0">
        <dgm:presLayoutVars>
          <dgm:bulletEnabled val="1"/>
        </dgm:presLayoutVars>
      </dgm:prSet>
      <dgm:spPr/>
    </dgm:pt>
    <dgm:pt modelId="{DCDBBCCE-206E-4F26-981E-EDE9B70EBF3B}" type="pres">
      <dgm:prSet presAssocID="{31E5BA36-237E-4C8C-A6A0-6E51DBAF3832}" presName="image" presStyleLbl="fgImgPlace1" presStyleIdx="2" presStyleCnt="4"/>
      <dgm:spPr>
        <a:blipFill>
          <a:blip xmlns:r="http://schemas.openxmlformats.org/officeDocument/2006/relationships"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dy builder with solid fill"/>
        </a:ext>
      </dgm:extLst>
    </dgm:pt>
    <dgm:pt modelId="{5A65FEC9-61A2-4B73-BB74-291C70D42EAA}" type="pres">
      <dgm:prSet presAssocID="{31E5BA36-237E-4C8C-A6A0-6E51DBAF3832}" presName="childNode" presStyleLbl="node1" presStyleIdx="2" presStyleCnt="4" custScaleY="33845" custLinFactNeighborX="2008" custLinFactNeighborY="-24918">
        <dgm:presLayoutVars>
          <dgm:bulletEnabled val="1"/>
        </dgm:presLayoutVars>
      </dgm:prSet>
      <dgm:spPr/>
    </dgm:pt>
    <dgm:pt modelId="{850C3E01-AABB-4DF6-BB13-F55DF3A45151}" type="pres">
      <dgm:prSet presAssocID="{31E5BA36-237E-4C8C-A6A0-6E51DBAF3832}" presName="parentNode" presStyleLbl="revTx" presStyleIdx="2" presStyleCnt="4" custLinFactNeighborX="-11372" custLinFactNeighborY="3737">
        <dgm:presLayoutVars>
          <dgm:chMax val="0"/>
          <dgm:bulletEnabled val="1"/>
        </dgm:presLayoutVars>
      </dgm:prSet>
      <dgm:spPr/>
    </dgm:pt>
    <dgm:pt modelId="{FE44DD38-F431-4114-ABD9-181BD5D14C97}" type="pres">
      <dgm:prSet presAssocID="{0D075467-B4CB-4C6F-8B48-B7F29442432C}" presName="sibTrans" presStyleCnt="0"/>
      <dgm:spPr/>
    </dgm:pt>
    <dgm:pt modelId="{B76BAD01-D0EA-4C2E-BEF8-1592785A89A5}" type="pres">
      <dgm:prSet presAssocID="{4D33D235-0FCB-4523-AFD5-FB0688022128}" presName="compositeNode" presStyleCnt="0">
        <dgm:presLayoutVars>
          <dgm:bulletEnabled val="1"/>
        </dgm:presLayoutVars>
      </dgm:prSet>
      <dgm:spPr/>
    </dgm:pt>
    <dgm:pt modelId="{EFE5706D-0868-4923-95DB-8F5EF813CE0F}" type="pres">
      <dgm:prSet presAssocID="{4D33D235-0FCB-4523-AFD5-FB0688022128}" presName="image" presStyleLbl="fgImgPlace1" presStyleIdx="3" presStyleCnt="4"/>
      <dgm:spPr>
        <a:blipFill>
          <a:blip xmlns:r="http://schemas.openxmlformats.org/officeDocument/2006/relationships"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 with solid fill"/>
        </a:ext>
      </dgm:extLst>
    </dgm:pt>
    <dgm:pt modelId="{FF8B27E2-A864-41A6-9FE0-F505983BE367}" type="pres">
      <dgm:prSet presAssocID="{4D33D235-0FCB-4523-AFD5-FB0688022128}" presName="childNode" presStyleLbl="node1" presStyleIdx="3" presStyleCnt="4" custScaleY="33845" custLinFactNeighborX="1070" custLinFactNeighborY="-24918">
        <dgm:presLayoutVars>
          <dgm:bulletEnabled val="1"/>
        </dgm:presLayoutVars>
      </dgm:prSet>
      <dgm:spPr/>
    </dgm:pt>
    <dgm:pt modelId="{A952A188-0CAA-42DB-AA67-1E2BE284AD2A}" type="pres">
      <dgm:prSet presAssocID="{4D33D235-0FCB-4523-AFD5-FB0688022128}" presName="parentNode" presStyleLbl="revTx" presStyleIdx="3" presStyleCnt="4" custLinFactNeighborX="-11372" custLinFactNeighborY="3737">
        <dgm:presLayoutVars>
          <dgm:chMax val="0"/>
          <dgm:bulletEnabled val="1"/>
        </dgm:presLayoutVars>
      </dgm:prSet>
      <dgm:spPr/>
    </dgm:pt>
  </dgm:ptLst>
  <dgm:cxnLst>
    <dgm:cxn modelId="{7D102403-A4E0-4DD7-8182-A0B0926541B7}" srcId="{BAB65DA7-F62C-4FDD-AADA-E2341EB794DB}" destId="{3DC2369A-704A-4306-8229-2798CEA9C1CD}" srcOrd="0" destOrd="0" parTransId="{8DF9F741-C26F-4C31-9410-98246E9969C8}" sibTransId="{2EBE0BE3-9032-41BC-8FB1-0184A7B94E40}"/>
    <dgm:cxn modelId="{A067C406-4F07-4AC0-AB66-88AA209B47F8}" srcId="{D376ADA0-1B9A-4E4B-AE92-C9361F83B8BF}" destId="{4D33D235-0FCB-4523-AFD5-FB0688022128}" srcOrd="3" destOrd="0" parTransId="{0986896A-7B7E-4A28-B934-EABFB00AA992}" sibTransId="{70EF1F64-0968-42D7-A92B-0A02EA7F0B84}"/>
    <dgm:cxn modelId="{BFD0C60B-639D-426F-A30B-5EE12198A8D8}" srcId="{BAB65DA7-F62C-4FDD-AADA-E2341EB794DB}" destId="{8E8A30EF-072D-4E74-9D79-12A1C1527272}" srcOrd="1" destOrd="0" parTransId="{FA30D106-35A2-4628-B073-9CF863525485}" sibTransId="{0041FB66-30B8-4C3B-AA4A-6D5584357B5E}"/>
    <dgm:cxn modelId="{8AEB3B21-8AA9-46D1-87AB-B1362103335B}" type="presOf" srcId="{D376ADA0-1B9A-4E4B-AE92-C9361F83B8BF}" destId="{668D1E4D-A2B5-44F2-BE1E-AF770E2A6282}" srcOrd="0" destOrd="0" presId="urn:microsoft.com/office/officeart/2005/8/layout/hList2"/>
    <dgm:cxn modelId="{7E769C21-EADC-44BF-BEA4-7A34738D64C6}" srcId="{D376ADA0-1B9A-4E4B-AE92-C9361F83B8BF}" destId="{BAB65DA7-F62C-4FDD-AADA-E2341EB794DB}" srcOrd="1" destOrd="0" parTransId="{D8ED2CA9-9042-41D9-97BB-0D62FA9E6610}" sibTransId="{22043B49-9810-4CB2-85DE-C4DDD2AD359C}"/>
    <dgm:cxn modelId="{5000B524-3524-4C5D-BCB4-F036C7E759F3}" type="presOf" srcId="{30F84C27-E5E3-4561-B5FA-0955ED99E612}" destId="{5A65FEC9-61A2-4B73-BB74-291C70D42EAA}" srcOrd="0" destOrd="1" presId="urn:microsoft.com/office/officeart/2005/8/layout/hList2"/>
    <dgm:cxn modelId="{4489B628-CC7C-44AC-8F20-8D8EC12E2468}" srcId="{31E5BA36-237E-4C8C-A6A0-6E51DBAF3832}" destId="{30F84C27-E5E3-4561-B5FA-0955ED99E612}" srcOrd="1" destOrd="0" parTransId="{1924394D-8A22-4686-9290-AE44AA7A9838}" sibTransId="{035CD7C8-5951-487C-8108-9AAC93FB94F9}"/>
    <dgm:cxn modelId="{111D4B29-91BD-4997-BE39-85F0F353EAB9}" type="presOf" srcId="{A9512258-3611-4E6B-A102-1D6C41FCF7C2}" destId="{71F0EC79-D8E9-4DEA-8D3C-6AF9F87BFD45}" srcOrd="0" destOrd="1" presId="urn:microsoft.com/office/officeart/2005/8/layout/hList2"/>
    <dgm:cxn modelId="{4F33B542-F621-4B1F-8FF1-27D6AAD3C01E}" type="presOf" srcId="{74E7859C-8ADE-42FB-8278-391DDEE363DF}" destId="{C3B55C25-5290-4E6E-AB8C-FB0EE26F5D48}" srcOrd="0" destOrd="0" presId="urn:microsoft.com/office/officeart/2005/8/layout/hList2"/>
    <dgm:cxn modelId="{088CB64E-1C9A-41D9-8C00-BFD57E56274C}" type="presOf" srcId="{BAB65DA7-F62C-4FDD-AADA-E2341EB794DB}" destId="{AECEE637-4A9E-404B-A94F-C2F4384AD1AC}" srcOrd="0" destOrd="0" presId="urn:microsoft.com/office/officeart/2005/8/layout/hList2"/>
    <dgm:cxn modelId="{D5EF6C53-CFCB-46C7-AE9D-C295AC246DCE}" srcId="{31E5BA36-237E-4C8C-A6A0-6E51DBAF3832}" destId="{C5F88238-E10B-4508-820C-CD2E61F36117}" srcOrd="0" destOrd="0" parTransId="{8E1A6475-C50F-440C-B805-2DBA41C88DC8}" sibTransId="{4FBA58CC-3B8F-4089-907B-1BB247E2B918}"/>
    <dgm:cxn modelId="{E50E9B7D-1AB6-4EDA-ABDD-811F7A7B738C}" srcId="{D376ADA0-1B9A-4E4B-AE92-C9361F83B8BF}" destId="{31E5BA36-237E-4C8C-A6A0-6E51DBAF3832}" srcOrd="2" destOrd="0" parTransId="{CA59F7BD-4D6B-4171-BD09-D03668FBB580}" sibTransId="{0D075467-B4CB-4C6F-8B48-B7F29442432C}"/>
    <dgm:cxn modelId="{62D2D686-E4C5-4406-BA34-F3D0E8EF372A}" type="presOf" srcId="{E0588E6D-A71C-4888-BE83-BDBB63879F99}" destId="{71F0EC79-D8E9-4DEA-8D3C-6AF9F87BFD45}" srcOrd="0" destOrd="0" presId="urn:microsoft.com/office/officeart/2005/8/layout/hList2"/>
    <dgm:cxn modelId="{2E805B87-37FC-4022-BFD4-041FDC539D1D}" type="presOf" srcId="{4D33D235-0FCB-4523-AFD5-FB0688022128}" destId="{A952A188-0CAA-42DB-AA67-1E2BE284AD2A}" srcOrd="0" destOrd="0" presId="urn:microsoft.com/office/officeart/2005/8/layout/hList2"/>
    <dgm:cxn modelId="{16B8E88C-9901-4EE0-8E40-9E629B44F92E}" srcId="{D376ADA0-1B9A-4E4B-AE92-C9361F83B8BF}" destId="{74E7859C-8ADE-42FB-8278-391DDEE363DF}" srcOrd="0" destOrd="0" parTransId="{392B368C-840A-4109-9F6B-69B8F35E272B}" sibTransId="{C1701B76-D9F6-494E-A1D2-7A8B75B1FD83}"/>
    <dgm:cxn modelId="{0FF81294-CB91-4EDA-8A4E-ECE309003007}" type="presOf" srcId="{31E5BA36-237E-4C8C-A6A0-6E51DBAF3832}" destId="{850C3E01-AABB-4DF6-BB13-F55DF3A45151}" srcOrd="0" destOrd="0" presId="urn:microsoft.com/office/officeart/2005/8/layout/hList2"/>
    <dgm:cxn modelId="{4EDBC59B-76F5-4EE1-AA10-BFD9E39EB15C}" srcId="{74E7859C-8ADE-42FB-8278-391DDEE363DF}" destId="{E0588E6D-A71C-4888-BE83-BDBB63879F99}" srcOrd="0" destOrd="0" parTransId="{EDE3FD4F-574D-4FBD-BFAD-AF78014123B3}" sibTransId="{98962502-6115-4B9F-9D82-74AC6CFF9803}"/>
    <dgm:cxn modelId="{0A8A1AB5-2541-4C2F-BBE3-433BE5BD1E35}" type="presOf" srcId="{464BF642-4917-4823-BF34-4F283CA7FC43}" destId="{FF8B27E2-A864-41A6-9FE0-F505983BE367}" srcOrd="0" destOrd="0" presId="urn:microsoft.com/office/officeart/2005/8/layout/hList2"/>
    <dgm:cxn modelId="{E1BA7AB6-13EE-459E-9800-461B09EF398A}" srcId="{4D33D235-0FCB-4523-AFD5-FB0688022128}" destId="{464BF642-4917-4823-BF34-4F283CA7FC43}" srcOrd="0" destOrd="0" parTransId="{52049876-156A-40F9-A6E5-E78C445DD083}" sibTransId="{597F8DED-3A4F-4E04-AE7C-811C6B2D9958}"/>
    <dgm:cxn modelId="{3F9C9DCB-6FCE-4C5D-9B16-6A1C9C8DC693}" type="presOf" srcId="{C5F88238-E10B-4508-820C-CD2E61F36117}" destId="{5A65FEC9-61A2-4B73-BB74-291C70D42EAA}" srcOrd="0" destOrd="0" presId="urn:microsoft.com/office/officeart/2005/8/layout/hList2"/>
    <dgm:cxn modelId="{1D0DCDDC-1604-439C-ACA0-1B998C732918}" type="presOf" srcId="{3DC2369A-704A-4306-8229-2798CEA9C1CD}" destId="{D0C71383-314F-4CC8-913B-2D0ECFD137CA}" srcOrd="0" destOrd="0" presId="urn:microsoft.com/office/officeart/2005/8/layout/hList2"/>
    <dgm:cxn modelId="{1CF026DE-61E7-4B2C-9182-B3A9065EF343}" srcId="{74E7859C-8ADE-42FB-8278-391DDEE363DF}" destId="{A9512258-3611-4E6B-A102-1D6C41FCF7C2}" srcOrd="1" destOrd="0" parTransId="{277029D8-5519-4B03-9643-4CEE94601EA2}" sibTransId="{D2429EAD-8E84-43AE-B853-8DD5E8E4C853}"/>
    <dgm:cxn modelId="{6BF44CF7-C3C3-4D21-9FF8-9C1114818605}" type="presOf" srcId="{8E8A30EF-072D-4E74-9D79-12A1C1527272}" destId="{D0C71383-314F-4CC8-913B-2D0ECFD137CA}" srcOrd="0" destOrd="1" presId="urn:microsoft.com/office/officeart/2005/8/layout/hList2"/>
    <dgm:cxn modelId="{E3FDCDCE-9F87-4672-91A8-81093E5B074B}" type="presParOf" srcId="{668D1E4D-A2B5-44F2-BE1E-AF770E2A6282}" destId="{0CC5334B-D5A2-4E8A-B6F6-BECB4F24FAF4}" srcOrd="0" destOrd="0" presId="urn:microsoft.com/office/officeart/2005/8/layout/hList2"/>
    <dgm:cxn modelId="{64499453-AB85-48F6-971A-3A99BA37731A}" type="presParOf" srcId="{0CC5334B-D5A2-4E8A-B6F6-BECB4F24FAF4}" destId="{8E2058B0-5B32-43C9-BA14-7D97C8448D31}" srcOrd="0" destOrd="0" presId="urn:microsoft.com/office/officeart/2005/8/layout/hList2"/>
    <dgm:cxn modelId="{9A37DE47-AD04-4771-B990-3E0D90A7867B}" type="presParOf" srcId="{0CC5334B-D5A2-4E8A-B6F6-BECB4F24FAF4}" destId="{71F0EC79-D8E9-4DEA-8D3C-6AF9F87BFD45}" srcOrd="1" destOrd="0" presId="urn:microsoft.com/office/officeart/2005/8/layout/hList2"/>
    <dgm:cxn modelId="{4A7E837A-B928-491E-83B9-748BABAC272C}" type="presParOf" srcId="{0CC5334B-D5A2-4E8A-B6F6-BECB4F24FAF4}" destId="{C3B55C25-5290-4E6E-AB8C-FB0EE26F5D48}" srcOrd="2" destOrd="0" presId="urn:microsoft.com/office/officeart/2005/8/layout/hList2"/>
    <dgm:cxn modelId="{D1C83C41-4581-49DA-9BA9-CE6EDCCFED98}" type="presParOf" srcId="{668D1E4D-A2B5-44F2-BE1E-AF770E2A6282}" destId="{2FA23480-BD99-4942-A57D-38684783C491}" srcOrd="1" destOrd="0" presId="urn:microsoft.com/office/officeart/2005/8/layout/hList2"/>
    <dgm:cxn modelId="{ADF51843-265C-450A-AEF8-04DA93D5AFEA}" type="presParOf" srcId="{668D1E4D-A2B5-44F2-BE1E-AF770E2A6282}" destId="{2DAE1FFA-395A-41E9-9372-C5B46467EF5D}" srcOrd="2" destOrd="0" presId="urn:microsoft.com/office/officeart/2005/8/layout/hList2"/>
    <dgm:cxn modelId="{C4232763-0128-4C2F-9AA9-E13A160F9B4A}" type="presParOf" srcId="{2DAE1FFA-395A-41E9-9372-C5B46467EF5D}" destId="{3C55DDA5-E96E-46CF-AF09-8A0D5C2A2E93}" srcOrd="0" destOrd="0" presId="urn:microsoft.com/office/officeart/2005/8/layout/hList2"/>
    <dgm:cxn modelId="{07122BC4-ED3C-4E9C-8065-AC07BC40F6E9}" type="presParOf" srcId="{2DAE1FFA-395A-41E9-9372-C5B46467EF5D}" destId="{D0C71383-314F-4CC8-913B-2D0ECFD137CA}" srcOrd="1" destOrd="0" presId="urn:microsoft.com/office/officeart/2005/8/layout/hList2"/>
    <dgm:cxn modelId="{7BA30BB9-6367-4D5D-989B-6A3531458F55}" type="presParOf" srcId="{2DAE1FFA-395A-41E9-9372-C5B46467EF5D}" destId="{AECEE637-4A9E-404B-A94F-C2F4384AD1AC}" srcOrd="2" destOrd="0" presId="urn:microsoft.com/office/officeart/2005/8/layout/hList2"/>
    <dgm:cxn modelId="{5B0EBFD6-6C93-4002-8B0D-21FFC3A7C899}" type="presParOf" srcId="{668D1E4D-A2B5-44F2-BE1E-AF770E2A6282}" destId="{FFC86984-73E3-46EF-A786-90CEB4BED5A8}" srcOrd="3" destOrd="0" presId="urn:microsoft.com/office/officeart/2005/8/layout/hList2"/>
    <dgm:cxn modelId="{BAD09E6C-4EFF-44A5-A885-1BBCB3342C39}" type="presParOf" srcId="{668D1E4D-A2B5-44F2-BE1E-AF770E2A6282}" destId="{7DA18682-EE97-4901-81C5-22AE9C39C2E7}" srcOrd="4" destOrd="0" presId="urn:microsoft.com/office/officeart/2005/8/layout/hList2"/>
    <dgm:cxn modelId="{E87DE327-9089-486F-937A-664A28A48F85}" type="presParOf" srcId="{7DA18682-EE97-4901-81C5-22AE9C39C2E7}" destId="{DCDBBCCE-206E-4F26-981E-EDE9B70EBF3B}" srcOrd="0" destOrd="0" presId="urn:microsoft.com/office/officeart/2005/8/layout/hList2"/>
    <dgm:cxn modelId="{5E5F3014-3EEB-4196-A933-3CC49106042D}" type="presParOf" srcId="{7DA18682-EE97-4901-81C5-22AE9C39C2E7}" destId="{5A65FEC9-61A2-4B73-BB74-291C70D42EAA}" srcOrd="1" destOrd="0" presId="urn:microsoft.com/office/officeart/2005/8/layout/hList2"/>
    <dgm:cxn modelId="{AEF01F07-7E90-465C-99A1-C20297E3A23B}" type="presParOf" srcId="{7DA18682-EE97-4901-81C5-22AE9C39C2E7}" destId="{850C3E01-AABB-4DF6-BB13-F55DF3A45151}" srcOrd="2" destOrd="0" presId="urn:microsoft.com/office/officeart/2005/8/layout/hList2"/>
    <dgm:cxn modelId="{147729F0-EFA2-4DE6-8D0C-6676CD3E4929}" type="presParOf" srcId="{668D1E4D-A2B5-44F2-BE1E-AF770E2A6282}" destId="{FE44DD38-F431-4114-ABD9-181BD5D14C97}" srcOrd="5" destOrd="0" presId="urn:microsoft.com/office/officeart/2005/8/layout/hList2"/>
    <dgm:cxn modelId="{CFA1CB01-2BC2-47A6-A656-277D644F652D}" type="presParOf" srcId="{668D1E4D-A2B5-44F2-BE1E-AF770E2A6282}" destId="{B76BAD01-D0EA-4C2E-BEF8-1592785A89A5}" srcOrd="6" destOrd="0" presId="urn:microsoft.com/office/officeart/2005/8/layout/hList2"/>
    <dgm:cxn modelId="{7FD93083-71F8-4438-81C2-35FA64AD63EC}" type="presParOf" srcId="{B76BAD01-D0EA-4C2E-BEF8-1592785A89A5}" destId="{EFE5706D-0868-4923-95DB-8F5EF813CE0F}" srcOrd="0" destOrd="0" presId="urn:microsoft.com/office/officeart/2005/8/layout/hList2"/>
    <dgm:cxn modelId="{37763FBE-A221-4175-BD94-4923A503C1F2}" type="presParOf" srcId="{B76BAD01-D0EA-4C2E-BEF8-1592785A89A5}" destId="{FF8B27E2-A864-41A6-9FE0-F505983BE367}" srcOrd="1" destOrd="0" presId="urn:microsoft.com/office/officeart/2005/8/layout/hList2"/>
    <dgm:cxn modelId="{277D55A7-D354-4C61-B7B9-900E37B0A5A7}" type="presParOf" srcId="{B76BAD01-D0EA-4C2E-BEF8-1592785A89A5}" destId="{A952A188-0CAA-42DB-AA67-1E2BE284AD2A}" srcOrd="2" destOrd="0" presId="urn:microsoft.com/office/officeart/2005/8/layout/h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B55C25-5290-4E6E-AB8C-FB0EE26F5D48}">
      <dsp:nvSpPr>
        <dsp:cNvPr id="0" name=""/>
        <dsp:cNvSpPr/>
      </dsp:nvSpPr>
      <dsp:spPr>
        <a:xfrm rot="16200000">
          <a:off x="-2929388" y="4370473"/>
          <a:ext cx="6339839" cy="4347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383391" bIns="0" numCol="1" spcCol="1270" anchor="t" anchorCtr="0">
          <a:noAutofit/>
        </a:bodyPr>
        <a:lstStyle/>
        <a:p>
          <a:pPr marL="0" lvl="0" indent="0" algn="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>
              <a:solidFill>
                <a:srgbClr val="ECDDD4"/>
              </a:solidFill>
              <a:latin typeface="Saira Bold"/>
              <a:ea typeface="Saira Bold"/>
              <a:cs typeface="Saira Bold"/>
              <a:sym typeface="Saira Bold"/>
            </a:rPr>
            <a:t>Day 1</a:t>
          </a:r>
          <a:endParaRPr lang="en-IN" sz="2300" kern="1200" dirty="0">
            <a:solidFill>
              <a:srgbClr val="CC9900"/>
            </a:solidFill>
          </a:endParaRPr>
        </a:p>
      </dsp:txBody>
      <dsp:txXfrm>
        <a:off x="-2929388" y="4370473"/>
        <a:ext cx="6339839" cy="434711"/>
      </dsp:txXfrm>
    </dsp:sp>
    <dsp:sp modelId="{71F0EC79-D8E9-4DEA-8D3C-6AF9F87BFD45}">
      <dsp:nvSpPr>
        <dsp:cNvPr id="0" name=""/>
        <dsp:cNvSpPr/>
      </dsp:nvSpPr>
      <dsp:spPr>
        <a:xfrm>
          <a:off x="550802" y="1698288"/>
          <a:ext cx="2165324" cy="2145718"/>
        </a:xfrm>
        <a:prstGeom prst="rect">
          <a:avLst/>
        </a:prstGeom>
        <a:blipFill rotWithShape="0">
          <a:blip xmlns:r="http://schemas.openxmlformats.org/officeDocument/2006/relationships" r:embed="rId1"/>
          <a:tile tx="0" ty="0" sx="100000" sy="100000" flip="none" algn="tl"/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472" tIns="383391" rIns="220472" bIns="220472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400" kern="1200" dirty="0">
              <a:solidFill>
                <a:schemeClr val="tx1"/>
              </a:solidFill>
            </a:rPr>
            <a:t>OIR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400" kern="1200" dirty="0">
              <a:solidFill>
                <a:schemeClr val="tx1"/>
              </a:solidFill>
            </a:rPr>
            <a:t>PPDT</a:t>
          </a:r>
        </a:p>
      </dsp:txBody>
      <dsp:txXfrm>
        <a:off x="550802" y="1698288"/>
        <a:ext cx="2165324" cy="2145718"/>
      </dsp:txXfrm>
    </dsp:sp>
    <dsp:sp modelId="{8E2058B0-5B32-43C9-BA14-7D97C8448D31}">
      <dsp:nvSpPr>
        <dsp:cNvPr id="0" name=""/>
        <dsp:cNvSpPr/>
      </dsp:nvSpPr>
      <dsp:spPr>
        <a:xfrm>
          <a:off x="82688" y="606040"/>
          <a:ext cx="869422" cy="869422"/>
        </a:xfrm>
        <a:prstGeom prst="rect">
          <a:avLst/>
        </a:prstGeom>
        <a:blipFill>
          <a:blip xmlns:r="http://schemas.openxmlformats.org/officeDocument/2006/relationships"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CEE637-4A9E-404B-A94F-C2F4384AD1AC}">
      <dsp:nvSpPr>
        <dsp:cNvPr id="0" name=""/>
        <dsp:cNvSpPr/>
      </dsp:nvSpPr>
      <dsp:spPr>
        <a:xfrm rot="16200000">
          <a:off x="219525" y="4370473"/>
          <a:ext cx="6339839" cy="4347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383391" bIns="0" numCol="1" spcCol="1270" anchor="t" anchorCtr="0">
          <a:noAutofit/>
        </a:bodyPr>
        <a:lstStyle/>
        <a:p>
          <a:pPr marL="0" lvl="0" indent="0" algn="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>
              <a:solidFill>
                <a:srgbClr val="ECDDD4"/>
              </a:solidFill>
              <a:latin typeface="Saira Bold"/>
              <a:ea typeface="Saira Bold"/>
              <a:cs typeface="Saira Bold"/>
              <a:sym typeface="Saira Bold"/>
            </a:rPr>
            <a:t>Day 2</a:t>
          </a:r>
          <a:endParaRPr lang="en-IN" sz="2300" kern="1200" dirty="0">
            <a:solidFill>
              <a:srgbClr val="CC9900"/>
            </a:solidFill>
          </a:endParaRPr>
        </a:p>
      </dsp:txBody>
      <dsp:txXfrm>
        <a:off x="219525" y="4370473"/>
        <a:ext cx="6339839" cy="434711"/>
      </dsp:txXfrm>
    </dsp:sp>
    <dsp:sp modelId="{D0C71383-314F-4CC8-913B-2D0ECFD137CA}">
      <dsp:nvSpPr>
        <dsp:cNvPr id="0" name=""/>
        <dsp:cNvSpPr/>
      </dsp:nvSpPr>
      <dsp:spPr>
        <a:xfrm>
          <a:off x="3699716" y="1698288"/>
          <a:ext cx="2165324" cy="2145718"/>
        </a:xfrm>
        <a:prstGeom prst="rect">
          <a:avLst/>
        </a:prstGeom>
        <a:blipFill rotWithShape="0">
          <a:blip xmlns:r="http://schemas.openxmlformats.org/officeDocument/2006/relationships" r:embed="rId1"/>
          <a:tile tx="0" ty="0" sx="100000" sy="100000" flip="none" algn="tl"/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472" tIns="383391" rIns="220472" bIns="220472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400" kern="1200" dirty="0">
              <a:solidFill>
                <a:schemeClr val="tx1"/>
              </a:solidFill>
            </a:rPr>
            <a:t>Psych test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400" kern="1200" dirty="0">
              <a:solidFill>
                <a:schemeClr val="tx1"/>
              </a:solidFill>
            </a:rPr>
            <a:t>IO</a:t>
          </a:r>
        </a:p>
      </dsp:txBody>
      <dsp:txXfrm>
        <a:off x="3699716" y="1698288"/>
        <a:ext cx="2165324" cy="2145718"/>
      </dsp:txXfrm>
    </dsp:sp>
    <dsp:sp modelId="{3C55DDA5-E96E-46CF-AF09-8A0D5C2A2E93}">
      <dsp:nvSpPr>
        <dsp:cNvPr id="0" name=""/>
        <dsp:cNvSpPr/>
      </dsp:nvSpPr>
      <dsp:spPr>
        <a:xfrm>
          <a:off x="3221525" y="607170"/>
          <a:ext cx="869422" cy="869422"/>
        </a:xfrm>
        <a:prstGeom prst="rect">
          <a:avLst/>
        </a:prstGeom>
        <a:blipFill>
          <a:blip xmlns:r="http://schemas.openxmlformats.org/officeDocument/2006/relationships"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0C3E01-AABB-4DF6-BB13-F55DF3A45151}">
      <dsp:nvSpPr>
        <dsp:cNvPr id="0" name=""/>
        <dsp:cNvSpPr/>
      </dsp:nvSpPr>
      <dsp:spPr>
        <a:xfrm rot="16200000">
          <a:off x="3368439" y="4370473"/>
          <a:ext cx="6339839" cy="4347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383391" bIns="0" numCol="1" spcCol="1270" anchor="t" anchorCtr="0">
          <a:noAutofit/>
        </a:bodyPr>
        <a:lstStyle/>
        <a:p>
          <a:pPr marL="0" lvl="0" indent="0" algn="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>
              <a:solidFill>
                <a:srgbClr val="ECDDD4"/>
              </a:solidFill>
              <a:latin typeface="Saira Bold"/>
              <a:ea typeface="Saira Bold"/>
              <a:cs typeface="Saira Bold"/>
              <a:sym typeface="Saira Bold"/>
            </a:rPr>
            <a:t>Day 3, Day 4</a:t>
          </a:r>
          <a:endParaRPr lang="en-IN" sz="2300" kern="1200" dirty="0">
            <a:solidFill>
              <a:srgbClr val="CC9900"/>
            </a:solidFill>
          </a:endParaRPr>
        </a:p>
      </dsp:txBody>
      <dsp:txXfrm>
        <a:off x="3368439" y="4370473"/>
        <a:ext cx="6339839" cy="434711"/>
      </dsp:txXfrm>
    </dsp:sp>
    <dsp:sp modelId="{5A65FEC9-61A2-4B73-BB74-291C70D42EAA}">
      <dsp:nvSpPr>
        <dsp:cNvPr id="0" name=""/>
        <dsp:cNvSpPr/>
      </dsp:nvSpPr>
      <dsp:spPr>
        <a:xfrm>
          <a:off x="6848630" y="1698288"/>
          <a:ext cx="2165324" cy="2145718"/>
        </a:xfrm>
        <a:prstGeom prst="rect">
          <a:avLst/>
        </a:prstGeom>
        <a:blipFill rotWithShape="0">
          <a:blip xmlns:r="http://schemas.openxmlformats.org/officeDocument/2006/relationships" r:embed="rId1"/>
          <a:tile tx="0" ty="0" sx="100000" sy="100000" flip="none" algn="tl"/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472" tIns="383391" rIns="220472" bIns="220472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400" kern="1200" dirty="0">
              <a:solidFill>
                <a:schemeClr val="tx1"/>
              </a:solidFill>
            </a:rPr>
            <a:t>GTO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400" kern="1200" dirty="0">
              <a:solidFill>
                <a:schemeClr val="tx1"/>
              </a:solidFill>
            </a:rPr>
            <a:t>IO</a:t>
          </a:r>
        </a:p>
      </dsp:txBody>
      <dsp:txXfrm>
        <a:off x="6848630" y="1698288"/>
        <a:ext cx="2165324" cy="2145718"/>
      </dsp:txXfrm>
    </dsp:sp>
    <dsp:sp modelId="{DCDBBCCE-206E-4F26-981E-EDE9B70EBF3B}">
      <dsp:nvSpPr>
        <dsp:cNvPr id="0" name=""/>
        <dsp:cNvSpPr/>
      </dsp:nvSpPr>
      <dsp:spPr>
        <a:xfrm>
          <a:off x="6370439" y="607170"/>
          <a:ext cx="869422" cy="869422"/>
        </a:xfrm>
        <a:prstGeom prst="rect">
          <a:avLst/>
        </a:prstGeom>
        <a:blipFill>
          <a:blip xmlns:r="http://schemas.openxmlformats.org/officeDocument/2006/relationships"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52A188-0CAA-42DB-AA67-1E2BE284AD2A}">
      <dsp:nvSpPr>
        <dsp:cNvPr id="0" name=""/>
        <dsp:cNvSpPr/>
      </dsp:nvSpPr>
      <dsp:spPr>
        <a:xfrm rot="16200000">
          <a:off x="6517353" y="4370473"/>
          <a:ext cx="6339839" cy="4347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383391" bIns="0" numCol="1" spcCol="1270" anchor="t" anchorCtr="0">
          <a:noAutofit/>
        </a:bodyPr>
        <a:lstStyle/>
        <a:p>
          <a:pPr marL="0" lvl="0" indent="0" algn="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>
              <a:solidFill>
                <a:srgbClr val="ECDDD4"/>
              </a:solidFill>
              <a:latin typeface="Saira Bold"/>
              <a:ea typeface="Saira Bold"/>
              <a:cs typeface="Saira Bold"/>
              <a:sym typeface="Saira Bold"/>
            </a:rPr>
            <a:t>Day 5</a:t>
          </a:r>
          <a:endParaRPr lang="en-IN" sz="2300" kern="1200" dirty="0">
            <a:solidFill>
              <a:srgbClr val="CC9900"/>
            </a:solidFill>
          </a:endParaRPr>
        </a:p>
      </dsp:txBody>
      <dsp:txXfrm>
        <a:off x="6517353" y="4370473"/>
        <a:ext cx="6339839" cy="434711"/>
      </dsp:txXfrm>
    </dsp:sp>
    <dsp:sp modelId="{FF8B27E2-A864-41A6-9FE0-F505983BE367}">
      <dsp:nvSpPr>
        <dsp:cNvPr id="0" name=""/>
        <dsp:cNvSpPr/>
      </dsp:nvSpPr>
      <dsp:spPr>
        <a:xfrm>
          <a:off x="9977233" y="1698288"/>
          <a:ext cx="2165324" cy="2145718"/>
        </a:xfrm>
        <a:prstGeom prst="rect">
          <a:avLst/>
        </a:prstGeom>
        <a:blipFill rotWithShape="0">
          <a:blip xmlns:r="http://schemas.openxmlformats.org/officeDocument/2006/relationships" r:embed="rId1"/>
          <a:tile tx="0" ty="0" sx="100000" sy="100000" flip="none" algn="tl"/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472" tIns="383391" rIns="220472" bIns="220472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400" kern="1200" dirty="0">
              <a:solidFill>
                <a:schemeClr val="tx1"/>
              </a:solidFill>
            </a:rPr>
            <a:t>Conference</a:t>
          </a:r>
        </a:p>
      </dsp:txBody>
      <dsp:txXfrm>
        <a:off x="9977233" y="1698288"/>
        <a:ext cx="2165324" cy="2145718"/>
      </dsp:txXfrm>
    </dsp:sp>
    <dsp:sp modelId="{EFE5706D-0868-4923-95DB-8F5EF813CE0F}">
      <dsp:nvSpPr>
        <dsp:cNvPr id="0" name=""/>
        <dsp:cNvSpPr/>
      </dsp:nvSpPr>
      <dsp:spPr>
        <a:xfrm>
          <a:off x="9519352" y="607170"/>
          <a:ext cx="869422" cy="869422"/>
        </a:xfrm>
        <a:prstGeom prst="rect">
          <a:avLst/>
        </a:prstGeom>
        <a:blipFill>
          <a:blip xmlns:r="http://schemas.openxmlformats.org/officeDocument/2006/relationships"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2">
  <dgm:title val=""/>
  <dgm:desc val=""/>
  <dgm:catLst>
    <dgm:cat type="list" pri="6000"/>
    <dgm:cat type="relationship" pri="16000"/>
    <dgm:cat type="picture" pri="29000"/>
    <dgm:cat type="pictureconvert" pri="2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/>
    </dgm:varLst>
    <dgm:choose name="Name0">
      <dgm:if name="Name1" func="var" arg="dir" op="equ" val="norm">
        <dgm:alg type="lin">
          <dgm:param type="linDir" val="fromL"/>
          <dgm:param type="nodeVertAlign" val="t"/>
        </dgm:alg>
      </dgm:if>
      <dgm:else name="Name2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refType="h"/>
      <dgm:constr type="w" for="ch" forName="sibTrans" refType="w" refFor="ch" refForName="compositeNode" op="equ" fact="0.2"/>
      <dgm:constr type="h" for="des" forName="childNode" op="equ"/>
      <dgm:constr type="w" for="des" forName="childNode" op="equ"/>
      <dgm:constr type="w" for="des" forName="parentNode" op="equ"/>
      <dgm:constr type="h" for="des" forName="image" op="equ"/>
      <dgm:constr type="w" for="des" forName="image" op="equ"/>
      <dgm:constr type="primFontSz" for="des" forName="parentNode" op="equ" val="65"/>
      <dgm:constr type="primFontSz" for="des" forName="childNode" op="equ" val="65"/>
    </dgm:constrLst>
    <dgm:ruleLst/>
    <dgm:forEach name="Name3" axis="ch" ptType="node">
      <dgm:layoutNode name="compositeNode">
        <dgm:varLst>
          <dgm:bulletEnabled val="1"/>
        </dgm:varLst>
        <dgm:alg type="composite"/>
        <dgm:presOf/>
        <dgm:choose name="Name4">
          <dgm:if name="Name5" func="var" arg="dir" op="equ" val="norm">
            <dgm:constrLst>
              <dgm:constr type="w" for="ch" forName="image" refType="w"/>
              <dgm:constr type="h" for="ch" forName="image" refType="h"/>
              <dgm:constr type="h" for="ch" forName="image" refType="w" refFor="ch" refForName="image" op="lte"/>
              <dgm:constr type="w" for="ch" forName="image" refType="h" refFor="ch" refForName="image" op="lte"/>
              <dgm:constr type="w" for="ch" forName="image" refType="w" op="lte" fact="0.33"/>
              <dgm:constr type="h" for="ch" forName="image" refType="h" op="lte" fact="0.33"/>
              <dgm:constr type="t" for="ch" forName="image"/>
              <dgm:constr type="l" for="ch" forName="image"/>
              <dgm:constr type="w" for="ch" forName="childNode" refType="w" fact="0.85"/>
              <dgm:constr type="h" for="ch" forName="childNode" refType="h" fact="0.78"/>
              <dgm:constr type="t" for="ch" forName="childNode" refType="h" refFor="ch" refForName="image" fact="0.66"/>
              <dgm:constr type="l" for="ch" forName="childNode" refType="w" refFor="ch" refForName="image" fact="0.5"/>
              <dgm:constr type="tMarg" for="ch" forName="childNode" refType="w" refFor="ch" refForName="image" fact="1.25"/>
              <dgm:constr type="t" for="ch" forName="parentNode" refType="h" refFor="ch" refForName="image" fact="0.66"/>
              <dgm:constr type="b" for="ch" forName="parentNode" refType="b" refFor="ch" refForName="childNode"/>
              <dgm:constr type="l" for="ch" forName="parentNode"/>
              <dgm:constr type="r" for="ch" forName="parentNode" refType="l" refFor="ch" refForName="childNode"/>
              <dgm:constr type="rMarg" for="ch" forName="parentNode" refType="w" refFor="ch" refForName="image" fact="1.25"/>
            </dgm:constrLst>
          </dgm:if>
          <dgm:else name="Name6">
            <dgm:constrLst>
              <dgm:constr type="w" for="ch" forName="image" refType="w"/>
              <dgm:constr type="h" for="ch" forName="image" refType="h"/>
              <dgm:constr type="h" for="ch" forName="image" refType="w" refFor="ch" refForName="image" op="lte"/>
              <dgm:constr type="w" for="ch" forName="image" refType="h" refFor="ch" refForName="image" op="lte"/>
              <dgm:constr type="w" for="ch" forName="image" refType="w" op="lte" fact="0.33"/>
              <dgm:constr type="h" for="ch" forName="image" refType="h" op="lte" fact="0.33"/>
              <dgm:constr type="t" for="ch" forName="image"/>
              <dgm:constr type="r" for="ch" forName="image" refType="w"/>
              <dgm:constr type="w" for="ch" forName="childNode" refType="w" fact="0.85"/>
              <dgm:constr type="h" for="ch" forName="childNode" refType="h" fact="0.78"/>
              <dgm:constr type="t" for="ch" forName="childNode" refType="h" refFor="ch" refForName="image" fact="0.66"/>
              <dgm:constr type="r" for="ch" forName="childNode" refType="w"/>
              <dgm:constr type="rOff" for="ch" forName="childNode" refType="w" refFor="ch" refForName="image" fact="-0.5"/>
              <dgm:constr type="tMarg" for="ch" forName="childNode" refType="w" refFor="ch" refForName="image" fact="1.25"/>
              <dgm:constr type="t" for="ch" forName="parentNode" refType="h" refFor="ch" refForName="image" fact="0.66"/>
              <dgm:constr type="b" for="ch" forName="parentNode" refType="b" refFor="ch" refForName="childNode"/>
              <dgm:constr type="r" for="ch" forName="parentNode" refType="w"/>
              <dgm:constr type="l" for="ch" forName="parentNode" refType="r" refFor="ch" refForName="childNode"/>
              <dgm:constr type="lOff" for="ch" forName="parentNode" refType="rOff" refFor="ch" refForName="childNode"/>
              <dgm:constr type="lMarg" for="ch" forName="parentNode" refType="w" refFor="ch" refForName="image" fact="1.25"/>
            </dgm:constrLst>
          </dgm:else>
        </dgm:choose>
        <dgm:ruleLst>
          <dgm:rule type="w" for="ch" forName="childNode" val="NaN" fact="0.4" max="NaN"/>
          <dgm:rule type="h" for="ch" forName="childNode" val="NaN" fact="0.5" max="NaN"/>
        </dgm:ruleLst>
        <dgm:layoutNode name="image" styleLbl="fgImgPlace1">
          <dgm:alg type="sp"/>
          <dgm:shape xmlns:r="http://schemas.openxmlformats.org/officeDocument/2006/relationships" type="rect" r:blip="" zOrderOff="4" blipPhldr="1">
            <dgm:adjLst/>
          </dgm:shape>
          <dgm:presOf/>
          <dgm:constrLst/>
          <dgm:ruleLst/>
        </dgm:layoutNode>
        <dgm:layoutNode name="childNode" styleLbl="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 zOrderOff="2">
            <dgm:adjLst/>
          </dgm:shape>
          <dgm:presOf axis="des" ptType="node"/>
          <dgm:constrLst/>
          <dgm:ruleLst>
            <dgm:rule type="primFontSz" val="5" fact="NaN" max="NaN"/>
          </dgm:ruleLst>
        </dgm:layoutNode>
        <dgm:layoutNode name="parentNode" styleLbl="revTx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>
                <dgm:adjLst/>
              </dgm:shape>
              <dgm:presOf axis="self"/>
              <dgm:constrLst>
                <dgm:constr type="lMarg"/>
                <dgm:constr type="bMarg"/>
                <dgm:constr type="tMarg"/>
              </dgm:constrLst>
            </dgm:if>
            <dgm:else name="Name9">
              <dgm:alg type="tx">
                <dgm:param type="autoTxRot" val="grav"/>
                <dgm:param type="parTxLTRAlign" val="l"/>
                <dgm:param type="parTxRTLAlign" val="l"/>
              </dgm:alg>
              <dgm:shape xmlns:r="http://schemas.openxmlformats.org/officeDocument/2006/relationships" rot="90" type="rect" r:blip="">
                <dgm:adjLst/>
              </dgm:shape>
              <dgm:presOf axis="self"/>
              <dgm:constrLst>
                <dgm:constr type="rMarg"/>
                <dgm:constr type="bMarg"/>
                <dgm:constr type="tMarg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DD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3">
            <a:extLst>
              <a:ext uri="{FF2B5EF4-FFF2-40B4-BE49-F238E27FC236}">
                <a16:creationId xmlns:a16="http://schemas.microsoft.com/office/drawing/2014/main" id="{2772EBFC-4C78-8EE4-785C-0F78579B2A4C}"/>
              </a:ext>
            </a:extLst>
          </p:cNvPr>
          <p:cNvGrpSpPr/>
          <p:nvPr/>
        </p:nvGrpSpPr>
        <p:grpSpPr>
          <a:xfrm rot="-5400000">
            <a:off x="4622097" y="375701"/>
            <a:ext cx="9369292" cy="17290473"/>
            <a:chOff x="0" y="0"/>
            <a:chExt cx="2467632" cy="4553869"/>
          </a:xfrm>
        </p:grpSpPr>
        <p:sp>
          <p:nvSpPr>
            <p:cNvPr id="19" name="Freeform 4">
              <a:extLst>
                <a:ext uri="{FF2B5EF4-FFF2-40B4-BE49-F238E27FC236}">
                  <a16:creationId xmlns:a16="http://schemas.microsoft.com/office/drawing/2014/main" id="{2F375F0A-8946-549D-5FBA-B715DBD0D3B3}"/>
                </a:ext>
              </a:extLst>
            </p:cNvPr>
            <p:cNvSpPr/>
            <p:nvPr/>
          </p:nvSpPr>
          <p:spPr>
            <a:xfrm>
              <a:off x="0" y="0"/>
              <a:ext cx="2467633" cy="4553869"/>
            </a:xfrm>
            <a:custGeom>
              <a:avLst/>
              <a:gdLst/>
              <a:ahLst/>
              <a:cxnLst/>
              <a:rect l="l" t="t" r="r" b="b"/>
              <a:pathLst>
                <a:path w="2467633" h="4553869">
                  <a:moveTo>
                    <a:pt x="25616" y="0"/>
                  </a:moveTo>
                  <a:lnTo>
                    <a:pt x="2442017" y="0"/>
                  </a:lnTo>
                  <a:cubicBezTo>
                    <a:pt x="2448811" y="0"/>
                    <a:pt x="2455326" y="2699"/>
                    <a:pt x="2460130" y="7503"/>
                  </a:cubicBezTo>
                  <a:cubicBezTo>
                    <a:pt x="2464934" y="12306"/>
                    <a:pt x="2467633" y="18822"/>
                    <a:pt x="2467633" y="25616"/>
                  </a:cubicBezTo>
                  <a:lnTo>
                    <a:pt x="2467633" y="4528254"/>
                  </a:lnTo>
                  <a:cubicBezTo>
                    <a:pt x="2467633" y="4535048"/>
                    <a:pt x="2464934" y="4541563"/>
                    <a:pt x="2460130" y="4546367"/>
                  </a:cubicBezTo>
                  <a:cubicBezTo>
                    <a:pt x="2455326" y="4551171"/>
                    <a:pt x="2448811" y="4553869"/>
                    <a:pt x="2442017" y="4553869"/>
                  </a:cubicBezTo>
                  <a:lnTo>
                    <a:pt x="25616" y="4553869"/>
                  </a:lnTo>
                  <a:cubicBezTo>
                    <a:pt x="18822" y="4553869"/>
                    <a:pt x="12306" y="4551171"/>
                    <a:pt x="7503" y="4546367"/>
                  </a:cubicBezTo>
                  <a:cubicBezTo>
                    <a:pt x="2699" y="4541563"/>
                    <a:pt x="0" y="4535048"/>
                    <a:pt x="0" y="4528254"/>
                  </a:cubicBezTo>
                  <a:lnTo>
                    <a:pt x="0" y="25616"/>
                  </a:lnTo>
                  <a:cubicBezTo>
                    <a:pt x="0" y="18822"/>
                    <a:pt x="2699" y="12306"/>
                    <a:pt x="7503" y="7503"/>
                  </a:cubicBezTo>
                  <a:cubicBezTo>
                    <a:pt x="12306" y="2699"/>
                    <a:pt x="18822" y="0"/>
                    <a:pt x="25616" y="0"/>
                  </a:cubicBezTo>
                  <a:close/>
                </a:path>
              </a:pathLst>
            </a:custGeom>
            <a:solidFill>
              <a:srgbClr val="ECDDD4"/>
            </a:solidFill>
          </p:spPr>
        </p:sp>
        <p:sp>
          <p:nvSpPr>
            <p:cNvPr id="20" name="TextBox 5">
              <a:extLst>
                <a:ext uri="{FF2B5EF4-FFF2-40B4-BE49-F238E27FC236}">
                  <a16:creationId xmlns:a16="http://schemas.microsoft.com/office/drawing/2014/main" id="{97E20CDD-10D9-CA8C-097B-32DDD327D620}"/>
                </a:ext>
              </a:extLst>
            </p:cNvPr>
            <p:cNvSpPr txBox="1"/>
            <p:nvPr/>
          </p:nvSpPr>
          <p:spPr>
            <a:xfrm>
              <a:off x="0" y="85725"/>
              <a:ext cx="2467632" cy="44681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20"/>
                </a:lnSpc>
              </a:pPr>
              <a:endParaRPr/>
            </a:p>
          </p:txBody>
        </p:sp>
      </p:grpSp>
      <p:sp>
        <p:nvSpPr>
          <p:cNvPr id="17" name="Freeform 2">
            <a:extLst>
              <a:ext uri="{FF2B5EF4-FFF2-40B4-BE49-F238E27FC236}">
                <a16:creationId xmlns:a16="http://schemas.microsoft.com/office/drawing/2014/main" id="{77A394AE-FD2C-654F-0137-6A819B91372B}"/>
              </a:ext>
            </a:extLst>
          </p:cNvPr>
          <p:cNvSpPr/>
          <p:nvPr/>
        </p:nvSpPr>
        <p:spPr>
          <a:xfrm>
            <a:off x="-24581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0" name="AutoShape 10"/>
          <p:cNvSpPr/>
          <p:nvPr/>
        </p:nvSpPr>
        <p:spPr>
          <a:xfrm>
            <a:off x="1062442" y="6819900"/>
            <a:ext cx="1292010" cy="0"/>
          </a:xfrm>
          <a:prstGeom prst="line">
            <a:avLst/>
          </a:prstGeom>
          <a:ln w="9525" cap="flat">
            <a:solidFill>
              <a:srgbClr val="ECDDD4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1" name="Group 3">
            <a:extLst>
              <a:ext uri="{FF2B5EF4-FFF2-40B4-BE49-F238E27FC236}">
                <a16:creationId xmlns:a16="http://schemas.microsoft.com/office/drawing/2014/main" id="{BD0584D6-DED1-A6CB-06CF-5B0781089763}"/>
              </a:ext>
            </a:extLst>
          </p:cNvPr>
          <p:cNvGrpSpPr/>
          <p:nvPr/>
        </p:nvGrpSpPr>
        <p:grpSpPr>
          <a:xfrm rot="-5400000">
            <a:off x="4575891" y="-3545560"/>
            <a:ext cx="9369292" cy="17290473"/>
            <a:chOff x="0" y="0"/>
            <a:chExt cx="2467632" cy="4553869"/>
          </a:xfrm>
        </p:grpSpPr>
        <p:sp>
          <p:nvSpPr>
            <p:cNvPr id="22" name="Freeform 4">
              <a:extLst>
                <a:ext uri="{FF2B5EF4-FFF2-40B4-BE49-F238E27FC236}">
                  <a16:creationId xmlns:a16="http://schemas.microsoft.com/office/drawing/2014/main" id="{2F470E9A-4AF7-B862-A694-C70A244BEE57}"/>
                </a:ext>
              </a:extLst>
            </p:cNvPr>
            <p:cNvSpPr/>
            <p:nvPr/>
          </p:nvSpPr>
          <p:spPr>
            <a:xfrm>
              <a:off x="0" y="0"/>
              <a:ext cx="2467633" cy="4553869"/>
            </a:xfrm>
            <a:custGeom>
              <a:avLst/>
              <a:gdLst/>
              <a:ahLst/>
              <a:cxnLst/>
              <a:rect l="l" t="t" r="r" b="b"/>
              <a:pathLst>
                <a:path w="2467633" h="4553869">
                  <a:moveTo>
                    <a:pt x="25616" y="0"/>
                  </a:moveTo>
                  <a:lnTo>
                    <a:pt x="2442017" y="0"/>
                  </a:lnTo>
                  <a:cubicBezTo>
                    <a:pt x="2448811" y="0"/>
                    <a:pt x="2455326" y="2699"/>
                    <a:pt x="2460130" y="7503"/>
                  </a:cubicBezTo>
                  <a:cubicBezTo>
                    <a:pt x="2464934" y="12306"/>
                    <a:pt x="2467633" y="18822"/>
                    <a:pt x="2467633" y="25616"/>
                  </a:cubicBezTo>
                  <a:lnTo>
                    <a:pt x="2467633" y="4528254"/>
                  </a:lnTo>
                  <a:cubicBezTo>
                    <a:pt x="2467633" y="4535048"/>
                    <a:pt x="2464934" y="4541563"/>
                    <a:pt x="2460130" y="4546367"/>
                  </a:cubicBezTo>
                  <a:cubicBezTo>
                    <a:pt x="2455326" y="4551171"/>
                    <a:pt x="2448811" y="4553869"/>
                    <a:pt x="2442017" y="4553869"/>
                  </a:cubicBezTo>
                  <a:lnTo>
                    <a:pt x="25616" y="4553869"/>
                  </a:lnTo>
                  <a:cubicBezTo>
                    <a:pt x="18822" y="4553869"/>
                    <a:pt x="12306" y="4551171"/>
                    <a:pt x="7503" y="4546367"/>
                  </a:cubicBezTo>
                  <a:cubicBezTo>
                    <a:pt x="2699" y="4541563"/>
                    <a:pt x="0" y="4535048"/>
                    <a:pt x="0" y="4528254"/>
                  </a:cubicBezTo>
                  <a:lnTo>
                    <a:pt x="0" y="25616"/>
                  </a:lnTo>
                  <a:cubicBezTo>
                    <a:pt x="0" y="18822"/>
                    <a:pt x="2699" y="12306"/>
                    <a:pt x="7503" y="7503"/>
                  </a:cubicBezTo>
                  <a:cubicBezTo>
                    <a:pt x="12306" y="2699"/>
                    <a:pt x="18822" y="0"/>
                    <a:pt x="25616" y="0"/>
                  </a:cubicBezTo>
                  <a:close/>
                </a:path>
              </a:pathLst>
            </a:custGeom>
            <a:solidFill>
              <a:srgbClr val="ECDDD4"/>
            </a:solidFill>
          </p:spPr>
        </p:sp>
        <p:sp>
          <p:nvSpPr>
            <p:cNvPr id="23" name="TextBox 5">
              <a:extLst>
                <a:ext uri="{FF2B5EF4-FFF2-40B4-BE49-F238E27FC236}">
                  <a16:creationId xmlns:a16="http://schemas.microsoft.com/office/drawing/2014/main" id="{78737131-68BB-0E5C-3065-4369D3DE121F}"/>
                </a:ext>
              </a:extLst>
            </p:cNvPr>
            <p:cNvSpPr txBox="1"/>
            <p:nvPr/>
          </p:nvSpPr>
          <p:spPr>
            <a:xfrm>
              <a:off x="0" y="85725"/>
              <a:ext cx="2467632" cy="44681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2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 rot="-5400000">
            <a:off x="6231149" y="736634"/>
            <a:ext cx="6328668" cy="8856626"/>
            <a:chOff x="0" y="0"/>
            <a:chExt cx="1666810" cy="233260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666810" cy="2332609"/>
            </a:xfrm>
            <a:custGeom>
              <a:avLst/>
              <a:gdLst/>
              <a:ahLst/>
              <a:cxnLst/>
              <a:rect l="l" t="t" r="r" b="b"/>
              <a:pathLst>
                <a:path w="1666810" h="2332609">
                  <a:moveTo>
                    <a:pt x="37923" y="0"/>
                  </a:moveTo>
                  <a:lnTo>
                    <a:pt x="1628887" y="0"/>
                  </a:lnTo>
                  <a:cubicBezTo>
                    <a:pt x="1649831" y="0"/>
                    <a:pt x="1666810" y="16979"/>
                    <a:pt x="1666810" y="37923"/>
                  </a:cubicBezTo>
                  <a:lnTo>
                    <a:pt x="1666810" y="2294687"/>
                  </a:lnTo>
                  <a:cubicBezTo>
                    <a:pt x="1666810" y="2315631"/>
                    <a:pt x="1649831" y="2332609"/>
                    <a:pt x="1628887" y="2332609"/>
                  </a:cubicBezTo>
                  <a:lnTo>
                    <a:pt x="37923" y="2332609"/>
                  </a:lnTo>
                  <a:cubicBezTo>
                    <a:pt x="16979" y="2332609"/>
                    <a:pt x="0" y="2315631"/>
                    <a:pt x="0" y="2294687"/>
                  </a:cubicBezTo>
                  <a:lnTo>
                    <a:pt x="0" y="37923"/>
                  </a:lnTo>
                  <a:cubicBezTo>
                    <a:pt x="0" y="16979"/>
                    <a:pt x="16979" y="0"/>
                    <a:pt x="37923" y="0"/>
                  </a:cubicBezTo>
                  <a:close/>
                </a:path>
              </a:pathLst>
            </a:custGeom>
            <a:solidFill>
              <a:srgbClr val="442D26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85725"/>
              <a:ext cx="1666810" cy="22468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20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6491170" y="3619500"/>
            <a:ext cx="6525914" cy="2680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368"/>
              </a:lnSpc>
            </a:pPr>
            <a:r>
              <a:rPr lang="en-US" sz="9000" b="1" dirty="0">
                <a:solidFill>
                  <a:srgbClr val="ECDDD4"/>
                </a:solidFill>
                <a:latin typeface="Saira Heavy"/>
                <a:ea typeface="Saira Heavy"/>
                <a:cs typeface="Saira Heavy"/>
                <a:sym typeface="Saira Heavy"/>
              </a:rPr>
              <a:t>SSB </a:t>
            </a:r>
          </a:p>
          <a:p>
            <a:pPr algn="l">
              <a:lnSpc>
                <a:spcPts val="10368"/>
              </a:lnSpc>
            </a:pPr>
            <a:r>
              <a:rPr lang="en-US" sz="9000" b="1" dirty="0">
                <a:solidFill>
                  <a:srgbClr val="ECDDD4"/>
                </a:solidFill>
                <a:latin typeface="Saira Heavy"/>
                <a:ea typeface="Saira Heavy"/>
                <a:cs typeface="Saira Heavy"/>
                <a:sym typeface="Saira Heavy"/>
              </a:rPr>
              <a:t>INTERVIEW</a:t>
            </a:r>
          </a:p>
        </p:txBody>
      </p:sp>
      <p:grpSp>
        <p:nvGrpSpPr>
          <p:cNvPr id="2" name="Group 2"/>
          <p:cNvGrpSpPr/>
          <p:nvPr/>
        </p:nvGrpSpPr>
        <p:grpSpPr>
          <a:xfrm rot="-5400000">
            <a:off x="15353500" y="-101355"/>
            <a:ext cx="3110490" cy="633626"/>
            <a:chOff x="0" y="0"/>
            <a:chExt cx="819224" cy="16688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9224" cy="166881"/>
            </a:xfrm>
            <a:custGeom>
              <a:avLst/>
              <a:gdLst/>
              <a:ahLst/>
              <a:cxnLst/>
              <a:rect l="l" t="t" r="r" b="b"/>
              <a:pathLst>
                <a:path w="819224" h="166881">
                  <a:moveTo>
                    <a:pt x="37335" y="0"/>
                  </a:moveTo>
                  <a:lnTo>
                    <a:pt x="781889" y="0"/>
                  </a:lnTo>
                  <a:cubicBezTo>
                    <a:pt x="791791" y="0"/>
                    <a:pt x="801287" y="3933"/>
                    <a:pt x="808289" y="10935"/>
                  </a:cubicBezTo>
                  <a:cubicBezTo>
                    <a:pt x="815290" y="17937"/>
                    <a:pt x="819224" y="27433"/>
                    <a:pt x="819224" y="37335"/>
                  </a:cubicBezTo>
                  <a:lnTo>
                    <a:pt x="819224" y="129546"/>
                  </a:lnTo>
                  <a:cubicBezTo>
                    <a:pt x="819224" y="139448"/>
                    <a:pt x="815290" y="148944"/>
                    <a:pt x="808289" y="155946"/>
                  </a:cubicBezTo>
                  <a:cubicBezTo>
                    <a:pt x="801287" y="162948"/>
                    <a:pt x="791791" y="166881"/>
                    <a:pt x="781889" y="166881"/>
                  </a:cubicBezTo>
                  <a:lnTo>
                    <a:pt x="37335" y="166881"/>
                  </a:lnTo>
                  <a:cubicBezTo>
                    <a:pt x="16715" y="166881"/>
                    <a:pt x="0" y="150166"/>
                    <a:pt x="0" y="129546"/>
                  </a:cubicBezTo>
                  <a:lnTo>
                    <a:pt x="0" y="37335"/>
                  </a:lnTo>
                  <a:cubicBezTo>
                    <a:pt x="0" y="27433"/>
                    <a:pt x="3933" y="17937"/>
                    <a:pt x="10935" y="10935"/>
                  </a:cubicBezTo>
                  <a:cubicBezTo>
                    <a:pt x="17937" y="3933"/>
                    <a:pt x="27433" y="0"/>
                    <a:pt x="37335" y="0"/>
                  </a:cubicBezTo>
                  <a:close/>
                </a:path>
              </a:pathLst>
            </a:custGeom>
            <a:solidFill>
              <a:srgbClr val="442D26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85725"/>
              <a:ext cx="819224" cy="811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20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6745818" y="1266062"/>
            <a:ext cx="325854" cy="242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2189" dirty="0">
                <a:solidFill>
                  <a:srgbClr val="ECDDD4"/>
                </a:solidFill>
                <a:latin typeface="Saira"/>
                <a:ea typeface="Saira"/>
                <a:cs typeface="Saira"/>
                <a:sym typeface="Saira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-5400000">
            <a:off x="4459354" y="-3447892"/>
            <a:ext cx="9369292" cy="17290473"/>
            <a:chOff x="0" y="0"/>
            <a:chExt cx="2467632" cy="455386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67633" cy="4553869"/>
            </a:xfrm>
            <a:custGeom>
              <a:avLst/>
              <a:gdLst/>
              <a:ahLst/>
              <a:cxnLst/>
              <a:rect l="l" t="t" r="r" b="b"/>
              <a:pathLst>
                <a:path w="2467633" h="4553869">
                  <a:moveTo>
                    <a:pt x="25616" y="0"/>
                  </a:moveTo>
                  <a:lnTo>
                    <a:pt x="2442017" y="0"/>
                  </a:lnTo>
                  <a:cubicBezTo>
                    <a:pt x="2448811" y="0"/>
                    <a:pt x="2455326" y="2699"/>
                    <a:pt x="2460130" y="7503"/>
                  </a:cubicBezTo>
                  <a:cubicBezTo>
                    <a:pt x="2464934" y="12306"/>
                    <a:pt x="2467633" y="18822"/>
                    <a:pt x="2467633" y="25616"/>
                  </a:cubicBezTo>
                  <a:lnTo>
                    <a:pt x="2467633" y="4528254"/>
                  </a:lnTo>
                  <a:cubicBezTo>
                    <a:pt x="2467633" y="4535048"/>
                    <a:pt x="2464934" y="4541563"/>
                    <a:pt x="2460130" y="4546367"/>
                  </a:cubicBezTo>
                  <a:cubicBezTo>
                    <a:pt x="2455326" y="4551171"/>
                    <a:pt x="2448811" y="4553869"/>
                    <a:pt x="2442017" y="4553869"/>
                  </a:cubicBezTo>
                  <a:lnTo>
                    <a:pt x="25616" y="4553869"/>
                  </a:lnTo>
                  <a:cubicBezTo>
                    <a:pt x="18822" y="4553869"/>
                    <a:pt x="12306" y="4551171"/>
                    <a:pt x="7503" y="4546367"/>
                  </a:cubicBezTo>
                  <a:cubicBezTo>
                    <a:pt x="2699" y="4541563"/>
                    <a:pt x="0" y="4535048"/>
                    <a:pt x="0" y="4528254"/>
                  </a:cubicBezTo>
                  <a:lnTo>
                    <a:pt x="0" y="25616"/>
                  </a:lnTo>
                  <a:cubicBezTo>
                    <a:pt x="0" y="18822"/>
                    <a:pt x="2699" y="12306"/>
                    <a:pt x="7503" y="7503"/>
                  </a:cubicBezTo>
                  <a:cubicBezTo>
                    <a:pt x="12306" y="2699"/>
                    <a:pt x="18822" y="0"/>
                    <a:pt x="25616" y="0"/>
                  </a:cubicBezTo>
                  <a:close/>
                </a:path>
              </a:pathLst>
            </a:custGeom>
            <a:solidFill>
              <a:srgbClr val="ECDDD4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85725"/>
              <a:ext cx="2467632" cy="44681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2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5400000">
            <a:off x="15353500" y="-158697"/>
            <a:ext cx="3110490" cy="633626"/>
            <a:chOff x="0" y="0"/>
            <a:chExt cx="819224" cy="16688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9224" cy="166881"/>
            </a:xfrm>
            <a:custGeom>
              <a:avLst/>
              <a:gdLst/>
              <a:ahLst/>
              <a:cxnLst/>
              <a:rect l="l" t="t" r="r" b="b"/>
              <a:pathLst>
                <a:path w="819224" h="166881">
                  <a:moveTo>
                    <a:pt x="37335" y="0"/>
                  </a:moveTo>
                  <a:lnTo>
                    <a:pt x="781889" y="0"/>
                  </a:lnTo>
                  <a:cubicBezTo>
                    <a:pt x="791791" y="0"/>
                    <a:pt x="801287" y="3933"/>
                    <a:pt x="808289" y="10935"/>
                  </a:cubicBezTo>
                  <a:cubicBezTo>
                    <a:pt x="815290" y="17937"/>
                    <a:pt x="819224" y="27433"/>
                    <a:pt x="819224" y="37335"/>
                  </a:cubicBezTo>
                  <a:lnTo>
                    <a:pt x="819224" y="129546"/>
                  </a:lnTo>
                  <a:cubicBezTo>
                    <a:pt x="819224" y="139448"/>
                    <a:pt x="815290" y="148944"/>
                    <a:pt x="808289" y="155946"/>
                  </a:cubicBezTo>
                  <a:cubicBezTo>
                    <a:pt x="801287" y="162948"/>
                    <a:pt x="791791" y="166881"/>
                    <a:pt x="781889" y="166881"/>
                  </a:cubicBezTo>
                  <a:lnTo>
                    <a:pt x="37335" y="166881"/>
                  </a:lnTo>
                  <a:cubicBezTo>
                    <a:pt x="16715" y="166881"/>
                    <a:pt x="0" y="150166"/>
                    <a:pt x="0" y="129546"/>
                  </a:cubicBezTo>
                  <a:lnTo>
                    <a:pt x="0" y="37335"/>
                  </a:lnTo>
                  <a:cubicBezTo>
                    <a:pt x="0" y="27433"/>
                    <a:pt x="3933" y="17937"/>
                    <a:pt x="10935" y="10935"/>
                  </a:cubicBezTo>
                  <a:cubicBezTo>
                    <a:pt x="17937" y="3933"/>
                    <a:pt x="27433" y="0"/>
                    <a:pt x="37335" y="0"/>
                  </a:cubicBezTo>
                  <a:close/>
                </a:path>
              </a:pathLst>
            </a:custGeom>
            <a:solidFill>
              <a:srgbClr val="442D26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85725"/>
              <a:ext cx="819224" cy="811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2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514143" y="1704583"/>
            <a:ext cx="5837766" cy="6877835"/>
            <a:chOff x="0" y="0"/>
            <a:chExt cx="696063" cy="82007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96063" cy="820076"/>
            </a:xfrm>
            <a:custGeom>
              <a:avLst/>
              <a:gdLst/>
              <a:ahLst/>
              <a:cxnLst/>
              <a:rect l="l" t="t" r="r" b="b"/>
              <a:pathLst>
                <a:path w="696063" h="820076">
                  <a:moveTo>
                    <a:pt x="30502" y="0"/>
                  </a:moveTo>
                  <a:lnTo>
                    <a:pt x="665561" y="0"/>
                  </a:lnTo>
                  <a:cubicBezTo>
                    <a:pt x="673651" y="0"/>
                    <a:pt x="681409" y="3214"/>
                    <a:pt x="687130" y="8934"/>
                  </a:cubicBezTo>
                  <a:cubicBezTo>
                    <a:pt x="692850" y="14654"/>
                    <a:pt x="696063" y="22412"/>
                    <a:pt x="696063" y="30502"/>
                  </a:cubicBezTo>
                  <a:lnTo>
                    <a:pt x="696063" y="789573"/>
                  </a:lnTo>
                  <a:cubicBezTo>
                    <a:pt x="696063" y="806419"/>
                    <a:pt x="682407" y="820076"/>
                    <a:pt x="665561" y="820076"/>
                  </a:cubicBezTo>
                  <a:lnTo>
                    <a:pt x="30502" y="820076"/>
                  </a:lnTo>
                  <a:cubicBezTo>
                    <a:pt x="13656" y="820076"/>
                    <a:pt x="0" y="806419"/>
                    <a:pt x="0" y="789573"/>
                  </a:cubicBezTo>
                  <a:lnTo>
                    <a:pt x="0" y="30502"/>
                  </a:lnTo>
                  <a:cubicBezTo>
                    <a:pt x="0" y="13656"/>
                    <a:pt x="13656" y="0"/>
                    <a:pt x="30502" y="0"/>
                  </a:cubicBezTo>
                  <a:close/>
                </a:path>
              </a:pathLst>
            </a:custGeom>
            <a:blipFill>
              <a:blip r:embed="rId3"/>
              <a:stretch>
                <a:fillRect l="-54725" r="-54725"/>
              </a:stretch>
            </a:blipFill>
          </p:spPr>
        </p:sp>
      </p:grpSp>
      <p:sp>
        <p:nvSpPr>
          <p:cNvPr id="11" name="AutoShape 11"/>
          <p:cNvSpPr/>
          <p:nvPr/>
        </p:nvSpPr>
        <p:spPr>
          <a:xfrm>
            <a:off x="1610596" y="6532088"/>
            <a:ext cx="3723403" cy="0"/>
          </a:xfrm>
          <a:prstGeom prst="line">
            <a:avLst/>
          </a:prstGeom>
          <a:ln w="9525" cap="flat">
            <a:solidFill>
              <a:srgbClr val="442D2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TextBox 12"/>
          <p:cNvSpPr txBox="1"/>
          <p:nvPr/>
        </p:nvSpPr>
        <p:spPr>
          <a:xfrm>
            <a:off x="1583558" y="1739171"/>
            <a:ext cx="7591242" cy="1399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0368"/>
              </a:lnSpc>
            </a:pPr>
            <a:r>
              <a:rPr lang="en-US" sz="10368" b="1" dirty="0">
                <a:solidFill>
                  <a:srgbClr val="442D26"/>
                </a:solidFill>
                <a:latin typeface="Saira Bold"/>
                <a:ea typeface="Saira Bold"/>
                <a:cs typeface="Saira Bold"/>
                <a:sym typeface="Saira Bold"/>
              </a:rPr>
              <a:t>SSB centers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610597" y="3557181"/>
            <a:ext cx="8017642" cy="24622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4000" b="1" dirty="0">
                <a:solidFill>
                  <a:srgbClr val="663300"/>
                </a:solidFill>
                <a:latin typeface="Arial" panose="020B0604020202020204" pitchFamily="34" charset="0"/>
              </a:rPr>
              <a:t>NSB Bhopal</a:t>
            </a:r>
            <a:endParaRPr lang="en-US" altLang="en-US" sz="4000" dirty="0">
              <a:solidFill>
                <a:srgbClr val="663300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4000" b="1" dirty="0">
                <a:solidFill>
                  <a:srgbClr val="663300"/>
                </a:solidFill>
                <a:latin typeface="Arial" panose="020B0604020202020204" pitchFamily="34" charset="0"/>
              </a:rPr>
              <a:t>NSB Bengaluru</a:t>
            </a:r>
            <a:endParaRPr lang="en-US" altLang="en-US" sz="4000" dirty="0">
              <a:solidFill>
                <a:srgbClr val="663300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4000" b="1" dirty="0">
                <a:solidFill>
                  <a:srgbClr val="663300"/>
                </a:solidFill>
                <a:latin typeface="Arial" panose="020B0604020202020204" pitchFamily="34" charset="0"/>
              </a:rPr>
              <a:t>NSB Visakhapatnam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4000" b="1" dirty="0">
                <a:solidFill>
                  <a:srgbClr val="663300"/>
                </a:solidFill>
                <a:latin typeface="Arial" panose="020B0604020202020204" pitchFamily="34" charset="0"/>
              </a:rPr>
              <a:t>NSB Kolkata, West Bengal</a:t>
            </a:r>
            <a:endParaRPr lang="en-US" altLang="en-US" sz="4000" dirty="0">
              <a:solidFill>
                <a:srgbClr val="663300"/>
              </a:solidFill>
              <a:latin typeface="Arial" panose="020B0604020202020204" pitchFamily="34" charset="0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6591932" y="1266062"/>
            <a:ext cx="633626" cy="242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2189">
                <a:solidFill>
                  <a:srgbClr val="ECDDD4"/>
                </a:solidFill>
                <a:latin typeface="Saira"/>
                <a:ea typeface="Saira"/>
                <a:cs typeface="Saira"/>
                <a:sym typeface="Saira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DD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15353500" y="-158697"/>
            <a:ext cx="3110490" cy="633626"/>
            <a:chOff x="0" y="0"/>
            <a:chExt cx="819224" cy="16688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9224" cy="166881"/>
            </a:xfrm>
            <a:custGeom>
              <a:avLst/>
              <a:gdLst/>
              <a:ahLst/>
              <a:cxnLst/>
              <a:rect l="l" t="t" r="r" b="b"/>
              <a:pathLst>
                <a:path w="819224" h="166881">
                  <a:moveTo>
                    <a:pt x="37335" y="0"/>
                  </a:moveTo>
                  <a:lnTo>
                    <a:pt x="781889" y="0"/>
                  </a:lnTo>
                  <a:cubicBezTo>
                    <a:pt x="791791" y="0"/>
                    <a:pt x="801287" y="3933"/>
                    <a:pt x="808289" y="10935"/>
                  </a:cubicBezTo>
                  <a:cubicBezTo>
                    <a:pt x="815290" y="17937"/>
                    <a:pt x="819224" y="27433"/>
                    <a:pt x="819224" y="37335"/>
                  </a:cubicBezTo>
                  <a:lnTo>
                    <a:pt x="819224" y="129546"/>
                  </a:lnTo>
                  <a:cubicBezTo>
                    <a:pt x="819224" y="139448"/>
                    <a:pt x="815290" y="148944"/>
                    <a:pt x="808289" y="155946"/>
                  </a:cubicBezTo>
                  <a:cubicBezTo>
                    <a:pt x="801287" y="162948"/>
                    <a:pt x="791791" y="166881"/>
                    <a:pt x="781889" y="166881"/>
                  </a:cubicBezTo>
                  <a:lnTo>
                    <a:pt x="37335" y="166881"/>
                  </a:lnTo>
                  <a:cubicBezTo>
                    <a:pt x="16715" y="166881"/>
                    <a:pt x="0" y="150166"/>
                    <a:pt x="0" y="129546"/>
                  </a:cubicBezTo>
                  <a:lnTo>
                    <a:pt x="0" y="37335"/>
                  </a:lnTo>
                  <a:cubicBezTo>
                    <a:pt x="0" y="27433"/>
                    <a:pt x="3933" y="17937"/>
                    <a:pt x="10935" y="10935"/>
                  </a:cubicBezTo>
                  <a:cubicBezTo>
                    <a:pt x="17937" y="3933"/>
                    <a:pt x="27433" y="0"/>
                    <a:pt x="37335" y="0"/>
                  </a:cubicBezTo>
                  <a:close/>
                </a:path>
              </a:pathLst>
            </a:custGeom>
            <a:solidFill>
              <a:srgbClr val="442D26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85725"/>
              <a:ext cx="819224" cy="811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2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5400000">
            <a:off x="2138020" y="-2704171"/>
            <a:ext cx="10789729" cy="15719034"/>
            <a:chOff x="0" y="0"/>
            <a:chExt cx="2841739" cy="346006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841739" cy="3460067"/>
            </a:xfrm>
            <a:custGeom>
              <a:avLst/>
              <a:gdLst/>
              <a:ahLst/>
              <a:cxnLst/>
              <a:rect l="l" t="t" r="r" b="b"/>
              <a:pathLst>
                <a:path w="2841739" h="3460067">
                  <a:moveTo>
                    <a:pt x="22243" y="0"/>
                  </a:moveTo>
                  <a:lnTo>
                    <a:pt x="2819496" y="0"/>
                  </a:lnTo>
                  <a:cubicBezTo>
                    <a:pt x="2825395" y="0"/>
                    <a:pt x="2831053" y="2343"/>
                    <a:pt x="2835224" y="6515"/>
                  </a:cubicBezTo>
                  <a:cubicBezTo>
                    <a:pt x="2839396" y="10686"/>
                    <a:pt x="2841739" y="16344"/>
                    <a:pt x="2841739" y="22243"/>
                  </a:cubicBezTo>
                  <a:lnTo>
                    <a:pt x="2841739" y="3437824"/>
                  </a:lnTo>
                  <a:cubicBezTo>
                    <a:pt x="2841739" y="3443724"/>
                    <a:pt x="2839396" y="3449381"/>
                    <a:pt x="2835224" y="3453552"/>
                  </a:cubicBezTo>
                  <a:cubicBezTo>
                    <a:pt x="2831053" y="3457724"/>
                    <a:pt x="2825395" y="3460067"/>
                    <a:pt x="2819496" y="3460067"/>
                  </a:cubicBezTo>
                  <a:lnTo>
                    <a:pt x="22243" y="3460067"/>
                  </a:lnTo>
                  <a:cubicBezTo>
                    <a:pt x="16344" y="3460067"/>
                    <a:pt x="10686" y="3457724"/>
                    <a:pt x="6515" y="3453552"/>
                  </a:cubicBezTo>
                  <a:cubicBezTo>
                    <a:pt x="2343" y="3449381"/>
                    <a:pt x="0" y="3443724"/>
                    <a:pt x="0" y="3437824"/>
                  </a:cubicBezTo>
                  <a:lnTo>
                    <a:pt x="0" y="22243"/>
                  </a:lnTo>
                  <a:cubicBezTo>
                    <a:pt x="0" y="16344"/>
                    <a:pt x="2343" y="10686"/>
                    <a:pt x="6515" y="6515"/>
                  </a:cubicBezTo>
                  <a:cubicBezTo>
                    <a:pt x="10686" y="2343"/>
                    <a:pt x="16344" y="0"/>
                    <a:pt x="22243" y="0"/>
                  </a:cubicBezTo>
                  <a:close/>
                </a:path>
              </a:pathLst>
            </a:custGeom>
            <a:solidFill>
              <a:srgbClr val="442D26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85725"/>
              <a:ext cx="2841739" cy="33743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20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600200" y="671676"/>
            <a:ext cx="6762143" cy="1206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98"/>
              </a:lnSpc>
            </a:pPr>
            <a:r>
              <a:rPr lang="en-US" sz="10368" b="1" dirty="0">
                <a:solidFill>
                  <a:srgbClr val="ECDDD4"/>
                </a:solidFill>
                <a:latin typeface="Saira Bold"/>
                <a:ea typeface="Saira Bold"/>
                <a:cs typeface="Saira Bold"/>
                <a:sym typeface="Saira Bold"/>
              </a:rPr>
              <a:t>Process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591932" y="1266062"/>
            <a:ext cx="633626" cy="242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2189">
                <a:solidFill>
                  <a:srgbClr val="ECDDD4"/>
                </a:solidFill>
                <a:latin typeface="Saira"/>
                <a:ea typeface="Saira"/>
                <a:cs typeface="Saira"/>
                <a:sym typeface="Saira"/>
              </a:rPr>
              <a:t>03</a:t>
            </a:r>
          </a:p>
        </p:txBody>
      </p:sp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994B242C-C4B5-9E6D-578B-3AD2E843442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44500792"/>
              </p:ext>
            </p:extLst>
          </p:nvPr>
        </p:nvGraphicFramePr>
        <p:xfrm>
          <a:off x="1295400" y="2422211"/>
          <a:ext cx="12192000" cy="812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DD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15353500" y="-158697"/>
            <a:ext cx="3110490" cy="633626"/>
            <a:chOff x="0" y="0"/>
            <a:chExt cx="819224" cy="16688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9224" cy="166881"/>
            </a:xfrm>
            <a:custGeom>
              <a:avLst/>
              <a:gdLst/>
              <a:ahLst/>
              <a:cxnLst/>
              <a:rect l="l" t="t" r="r" b="b"/>
              <a:pathLst>
                <a:path w="819224" h="166881">
                  <a:moveTo>
                    <a:pt x="37335" y="0"/>
                  </a:moveTo>
                  <a:lnTo>
                    <a:pt x="781889" y="0"/>
                  </a:lnTo>
                  <a:cubicBezTo>
                    <a:pt x="791791" y="0"/>
                    <a:pt x="801287" y="3933"/>
                    <a:pt x="808289" y="10935"/>
                  </a:cubicBezTo>
                  <a:cubicBezTo>
                    <a:pt x="815290" y="17937"/>
                    <a:pt x="819224" y="27433"/>
                    <a:pt x="819224" y="37335"/>
                  </a:cubicBezTo>
                  <a:lnTo>
                    <a:pt x="819224" y="129546"/>
                  </a:lnTo>
                  <a:cubicBezTo>
                    <a:pt x="819224" y="139448"/>
                    <a:pt x="815290" y="148944"/>
                    <a:pt x="808289" y="155946"/>
                  </a:cubicBezTo>
                  <a:cubicBezTo>
                    <a:pt x="801287" y="162948"/>
                    <a:pt x="791791" y="166881"/>
                    <a:pt x="781889" y="166881"/>
                  </a:cubicBezTo>
                  <a:lnTo>
                    <a:pt x="37335" y="166881"/>
                  </a:lnTo>
                  <a:cubicBezTo>
                    <a:pt x="16715" y="166881"/>
                    <a:pt x="0" y="150166"/>
                    <a:pt x="0" y="129546"/>
                  </a:cubicBezTo>
                  <a:lnTo>
                    <a:pt x="0" y="37335"/>
                  </a:lnTo>
                  <a:cubicBezTo>
                    <a:pt x="0" y="27433"/>
                    <a:pt x="3933" y="17937"/>
                    <a:pt x="10935" y="10935"/>
                  </a:cubicBezTo>
                  <a:cubicBezTo>
                    <a:pt x="17937" y="3933"/>
                    <a:pt x="27433" y="0"/>
                    <a:pt x="37335" y="0"/>
                  </a:cubicBezTo>
                  <a:close/>
                </a:path>
              </a:pathLst>
            </a:custGeom>
            <a:solidFill>
              <a:srgbClr val="442D26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85725"/>
              <a:ext cx="819224" cy="811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2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-5400000">
            <a:off x="8793588" y="266736"/>
            <a:ext cx="932837" cy="19506515"/>
            <a:chOff x="0" y="0"/>
            <a:chExt cx="245685" cy="513751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5685" cy="5137519"/>
            </a:xfrm>
            <a:custGeom>
              <a:avLst/>
              <a:gdLst/>
              <a:ahLst/>
              <a:cxnLst/>
              <a:rect l="l" t="t" r="r" b="b"/>
              <a:pathLst>
                <a:path w="245685" h="5137519">
                  <a:moveTo>
                    <a:pt x="122843" y="0"/>
                  </a:moveTo>
                  <a:lnTo>
                    <a:pt x="122843" y="0"/>
                  </a:lnTo>
                  <a:cubicBezTo>
                    <a:pt x="190687" y="0"/>
                    <a:pt x="245685" y="54999"/>
                    <a:pt x="245685" y="122843"/>
                  </a:cubicBezTo>
                  <a:lnTo>
                    <a:pt x="245685" y="5014676"/>
                  </a:lnTo>
                  <a:cubicBezTo>
                    <a:pt x="245685" y="5047256"/>
                    <a:pt x="232743" y="5078501"/>
                    <a:pt x="209706" y="5101539"/>
                  </a:cubicBezTo>
                  <a:cubicBezTo>
                    <a:pt x="186668" y="5124576"/>
                    <a:pt x="155423" y="5137519"/>
                    <a:pt x="122843" y="5137519"/>
                  </a:cubicBezTo>
                  <a:lnTo>
                    <a:pt x="122843" y="5137519"/>
                  </a:lnTo>
                  <a:cubicBezTo>
                    <a:pt x="90263" y="5137519"/>
                    <a:pt x="59017" y="5124576"/>
                    <a:pt x="35980" y="5101539"/>
                  </a:cubicBezTo>
                  <a:cubicBezTo>
                    <a:pt x="12942" y="5078501"/>
                    <a:pt x="0" y="5047256"/>
                    <a:pt x="0" y="5014676"/>
                  </a:cubicBezTo>
                  <a:lnTo>
                    <a:pt x="0" y="122843"/>
                  </a:lnTo>
                  <a:cubicBezTo>
                    <a:pt x="0" y="90263"/>
                    <a:pt x="12942" y="59017"/>
                    <a:pt x="35980" y="35980"/>
                  </a:cubicBezTo>
                  <a:cubicBezTo>
                    <a:pt x="59017" y="12942"/>
                    <a:pt x="90263" y="0"/>
                    <a:pt x="122843" y="0"/>
                  </a:cubicBezTo>
                  <a:close/>
                </a:path>
              </a:pathLst>
            </a:custGeom>
            <a:solidFill>
              <a:srgbClr val="442D26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85725"/>
              <a:ext cx="245685" cy="50517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20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321994" y="876300"/>
            <a:ext cx="13941685" cy="11733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605"/>
              </a:lnSpc>
            </a:pPr>
            <a:r>
              <a:rPr lang="en-US" sz="9000" b="1" dirty="0">
                <a:solidFill>
                  <a:srgbClr val="442D26"/>
                </a:solidFill>
                <a:latin typeface="Saira Bold"/>
                <a:ea typeface="Saira Bold"/>
                <a:cs typeface="Saira Bold"/>
                <a:sym typeface="Saira Bold"/>
              </a:rPr>
              <a:t>Day 1 (Screening test)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349035" y="3187051"/>
            <a:ext cx="14788623" cy="55399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4000" b="1" dirty="0">
                <a:solidFill>
                  <a:srgbClr val="442D26"/>
                </a:solidFill>
                <a:latin typeface="Saira"/>
                <a:ea typeface="Saira"/>
                <a:cs typeface="Saira"/>
                <a:sym typeface="Saira"/>
              </a:rPr>
              <a:t>Officer Intelligence Rating test (OIR) </a:t>
            </a:r>
          </a:p>
          <a:p>
            <a:pPr algn="just"/>
            <a:r>
              <a:rPr lang="en-US" sz="4000" b="1" dirty="0">
                <a:solidFill>
                  <a:srgbClr val="442D26"/>
                </a:solidFill>
                <a:latin typeface="Saira"/>
                <a:ea typeface="Saira"/>
                <a:cs typeface="Saira"/>
                <a:sym typeface="Saira"/>
              </a:rPr>
              <a:t>     </a:t>
            </a:r>
          </a:p>
          <a:p>
            <a:pPr algn="just"/>
            <a:r>
              <a:rPr lang="en-US" sz="4000" dirty="0">
                <a:latin typeface="Saira" panose="020B0604020202020204" charset="0"/>
                <a:ea typeface="Saira"/>
                <a:cs typeface="Saira"/>
                <a:sym typeface="Saira"/>
              </a:rPr>
              <a:t>     </a:t>
            </a:r>
            <a:r>
              <a:rPr lang="en-US" sz="4000" dirty="0">
                <a:latin typeface="Saira" panose="020B0604020202020204" charset="0"/>
                <a:ea typeface="Saira Bold"/>
                <a:cs typeface="Saira Bold"/>
                <a:sym typeface="Saira Bold"/>
              </a:rPr>
              <a:t>https://youtu.be/k7ZriRxDFQ0?si=yZice_gxtBADVM6H</a:t>
            </a:r>
          </a:p>
          <a:p>
            <a:pPr algn="just"/>
            <a:endParaRPr lang="en-US" sz="4000" b="1" dirty="0">
              <a:solidFill>
                <a:srgbClr val="442D26"/>
              </a:solidFill>
              <a:latin typeface="Saira"/>
              <a:ea typeface="Saira"/>
              <a:cs typeface="Saira"/>
              <a:sym typeface="Saira"/>
            </a:endParaRPr>
          </a:p>
          <a:p>
            <a:pPr marL="571500" indent="-571500" algn="just">
              <a:buFont typeface="Arial" panose="020B0604020202020204" pitchFamily="34" charset="0"/>
              <a:buChar char="•"/>
            </a:pPr>
            <a:endParaRPr lang="en-US" sz="4000" b="1" dirty="0">
              <a:solidFill>
                <a:srgbClr val="442D26"/>
              </a:solidFill>
              <a:latin typeface="Saira"/>
              <a:ea typeface="Saira"/>
              <a:cs typeface="Saira"/>
              <a:sym typeface="Saira"/>
            </a:endParaRP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4000" b="1" dirty="0">
                <a:solidFill>
                  <a:srgbClr val="442D26"/>
                </a:solidFill>
                <a:latin typeface="Saira"/>
                <a:ea typeface="Saira"/>
                <a:cs typeface="Saira"/>
                <a:sym typeface="Saira"/>
              </a:rPr>
              <a:t>Picture perception and Description Test (PPDT) 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endParaRPr lang="en-US" sz="4000" b="1" dirty="0">
              <a:solidFill>
                <a:srgbClr val="442D26"/>
              </a:solidFill>
              <a:latin typeface="Saira"/>
              <a:ea typeface="Saira"/>
              <a:cs typeface="Saira"/>
              <a:sym typeface="Saira"/>
            </a:endParaRPr>
          </a:p>
          <a:p>
            <a:pPr algn="just"/>
            <a:r>
              <a:rPr lang="en-US" sz="4000" b="1" dirty="0">
                <a:solidFill>
                  <a:srgbClr val="442D26"/>
                </a:solidFill>
                <a:latin typeface="Saira"/>
                <a:ea typeface="Saira"/>
                <a:cs typeface="Saira"/>
                <a:sym typeface="Saira"/>
              </a:rPr>
              <a:t>     </a:t>
            </a:r>
          </a:p>
          <a:p>
            <a:pPr algn="just"/>
            <a:r>
              <a:rPr lang="en-US" sz="4000" b="1" dirty="0">
                <a:solidFill>
                  <a:srgbClr val="442D26"/>
                </a:solidFill>
                <a:latin typeface="Saira"/>
                <a:ea typeface="Saira"/>
                <a:cs typeface="Saira"/>
                <a:sym typeface="Saira"/>
              </a:rPr>
              <a:t>    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6679834" y="1266062"/>
            <a:ext cx="457823" cy="242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2189">
                <a:solidFill>
                  <a:srgbClr val="ECDDD4"/>
                </a:solidFill>
                <a:latin typeface="Saira"/>
                <a:ea typeface="Saira"/>
                <a:cs typeface="Saira"/>
                <a:sym typeface="Saira"/>
              </a:rPr>
              <a:t>04</a:t>
            </a:r>
          </a:p>
        </p:txBody>
      </p:sp>
      <p:sp>
        <p:nvSpPr>
          <p:cNvPr id="14" name="AutoShape 14"/>
          <p:cNvSpPr/>
          <p:nvPr/>
        </p:nvSpPr>
        <p:spPr>
          <a:xfrm flipH="1" flipV="1">
            <a:off x="2024318" y="719454"/>
            <a:ext cx="2" cy="8081645"/>
          </a:xfrm>
          <a:prstGeom prst="line">
            <a:avLst/>
          </a:prstGeom>
          <a:ln w="9525" cap="flat">
            <a:solidFill>
              <a:srgbClr val="442D26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F030C-6B82-748B-5DE3-D8ADA5855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3">
            <a:extLst>
              <a:ext uri="{FF2B5EF4-FFF2-40B4-BE49-F238E27FC236}">
                <a16:creationId xmlns:a16="http://schemas.microsoft.com/office/drawing/2014/main" id="{8458335D-964C-32C8-34C6-C7FE8E663933}"/>
              </a:ext>
            </a:extLst>
          </p:cNvPr>
          <p:cNvGrpSpPr/>
          <p:nvPr/>
        </p:nvGrpSpPr>
        <p:grpSpPr>
          <a:xfrm rot="-5400000">
            <a:off x="3737488" y="-4766189"/>
            <a:ext cx="10127224" cy="18973799"/>
            <a:chOff x="0" y="0"/>
            <a:chExt cx="2467632" cy="4553869"/>
          </a:xfrm>
        </p:grpSpPr>
        <p:sp>
          <p:nvSpPr>
            <p:cNvPr id="6" name="Freeform 4">
              <a:extLst>
                <a:ext uri="{FF2B5EF4-FFF2-40B4-BE49-F238E27FC236}">
                  <a16:creationId xmlns:a16="http://schemas.microsoft.com/office/drawing/2014/main" id="{B684E736-5282-5544-D451-7BA2CD137615}"/>
                </a:ext>
              </a:extLst>
            </p:cNvPr>
            <p:cNvSpPr/>
            <p:nvPr/>
          </p:nvSpPr>
          <p:spPr>
            <a:xfrm>
              <a:off x="0" y="0"/>
              <a:ext cx="2467633" cy="4553869"/>
            </a:xfrm>
            <a:custGeom>
              <a:avLst/>
              <a:gdLst/>
              <a:ahLst/>
              <a:cxnLst/>
              <a:rect l="l" t="t" r="r" b="b"/>
              <a:pathLst>
                <a:path w="2467633" h="4553869">
                  <a:moveTo>
                    <a:pt x="25616" y="0"/>
                  </a:moveTo>
                  <a:lnTo>
                    <a:pt x="2442017" y="0"/>
                  </a:lnTo>
                  <a:cubicBezTo>
                    <a:pt x="2448811" y="0"/>
                    <a:pt x="2455326" y="2699"/>
                    <a:pt x="2460130" y="7503"/>
                  </a:cubicBezTo>
                  <a:cubicBezTo>
                    <a:pt x="2464934" y="12306"/>
                    <a:pt x="2467633" y="18822"/>
                    <a:pt x="2467633" y="25616"/>
                  </a:cubicBezTo>
                  <a:lnTo>
                    <a:pt x="2467633" y="4528254"/>
                  </a:lnTo>
                  <a:cubicBezTo>
                    <a:pt x="2467633" y="4535048"/>
                    <a:pt x="2464934" y="4541563"/>
                    <a:pt x="2460130" y="4546367"/>
                  </a:cubicBezTo>
                  <a:cubicBezTo>
                    <a:pt x="2455326" y="4551171"/>
                    <a:pt x="2448811" y="4553869"/>
                    <a:pt x="2442017" y="4553869"/>
                  </a:cubicBezTo>
                  <a:lnTo>
                    <a:pt x="25616" y="4553869"/>
                  </a:lnTo>
                  <a:cubicBezTo>
                    <a:pt x="18822" y="4553869"/>
                    <a:pt x="12306" y="4551171"/>
                    <a:pt x="7503" y="4546367"/>
                  </a:cubicBezTo>
                  <a:cubicBezTo>
                    <a:pt x="2699" y="4541563"/>
                    <a:pt x="0" y="4535048"/>
                    <a:pt x="0" y="4528254"/>
                  </a:cubicBezTo>
                  <a:lnTo>
                    <a:pt x="0" y="25616"/>
                  </a:lnTo>
                  <a:cubicBezTo>
                    <a:pt x="0" y="18822"/>
                    <a:pt x="2699" y="12306"/>
                    <a:pt x="7503" y="7503"/>
                  </a:cubicBezTo>
                  <a:cubicBezTo>
                    <a:pt x="12306" y="2699"/>
                    <a:pt x="18822" y="0"/>
                    <a:pt x="25616" y="0"/>
                  </a:cubicBezTo>
                  <a:close/>
                </a:path>
              </a:pathLst>
            </a:custGeom>
            <a:solidFill>
              <a:srgbClr val="ECDDD4"/>
            </a:solidFill>
          </p:spPr>
        </p:sp>
        <p:sp>
          <p:nvSpPr>
            <p:cNvPr id="7" name="TextBox 5">
              <a:extLst>
                <a:ext uri="{FF2B5EF4-FFF2-40B4-BE49-F238E27FC236}">
                  <a16:creationId xmlns:a16="http://schemas.microsoft.com/office/drawing/2014/main" id="{A5AE38C9-47A9-2649-B115-1CF5A5D1FBDC}"/>
                </a:ext>
              </a:extLst>
            </p:cNvPr>
            <p:cNvSpPr txBox="1"/>
            <p:nvPr/>
          </p:nvSpPr>
          <p:spPr>
            <a:xfrm>
              <a:off x="0" y="85725"/>
              <a:ext cx="2467632" cy="44681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20"/>
                </a:lnSpc>
              </a:pPr>
              <a:endParaRPr/>
            </a:p>
          </p:txBody>
        </p:sp>
      </p:grpSp>
      <p:grpSp>
        <p:nvGrpSpPr>
          <p:cNvPr id="2" name="Group 2">
            <a:extLst>
              <a:ext uri="{FF2B5EF4-FFF2-40B4-BE49-F238E27FC236}">
                <a16:creationId xmlns:a16="http://schemas.microsoft.com/office/drawing/2014/main" id="{45787EBE-2698-1B6C-E995-90C2B4B24B36}"/>
              </a:ext>
            </a:extLst>
          </p:cNvPr>
          <p:cNvGrpSpPr/>
          <p:nvPr/>
        </p:nvGrpSpPr>
        <p:grpSpPr>
          <a:xfrm rot="-5400000">
            <a:off x="15353500" y="-158697"/>
            <a:ext cx="3110490" cy="633626"/>
            <a:chOff x="0" y="0"/>
            <a:chExt cx="819224" cy="166881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5271067-9B8A-DC56-0A9B-9947B078A9F3}"/>
                </a:ext>
              </a:extLst>
            </p:cNvPr>
            <p:cNvSpPr/>
            <p:nvPr/>
          </p:nvSpPr>
          <p:spPr>
            <a:xfrm>
              <a:off x="0" y="0"/>
              <a:ext cx="819224" cy="166881"/>
            </a:xfrm>
            <a:custGeom>
              <a:avLst/>
              <a:gdLst/>
              <a:ahLst/>
              <a:cxnLst/>
              <a:rect l="l" t="t" r="r" b="b"/>
              <a:pathLst>
                <a:path w="819224" h="166881">
                  <a:moveTo>
                    <a:pt x="37335" y="0"/>
                  </a:moveTo>
                  <a:lnTo>
                    <a:pt x="781889" y="0"/>
                  </a:lnTo>
                  <a:cubicBezTo>
                    <a:pt x="791791" y="0"/>
                    <a:pt x="801287" y="3933"/>
                    <a:pt x="808289" y="10935"/>
                  </a:cubicBezTo>
                  <a:cubicBezTo>
                    <a:pt x="815290" y="17937"/>
                    <a:pt x="819224" y="27433"/>
                    <a:pt x="819224" y="37335"/>
                  </a:cubicBezTo>
                  <a:lnTo>
                    <a:pt x="819224" y="129546"/>
                  </a:lnTo>
                  <a:cubicBezTo>
                    <a:pt x="819224" y="139448"/>
                    <a:pt x="815290" y="148944"/>
                    <a:pt x="808289" y="155946"/>
                  </a:cubicBezTo>
                  <a:cubicBezTo>
                    <a:pt x="801287" y="162948"/>
                    <a:pt x="791791" y="166881"/>
                    <a:pt x="781889" y="166881"/>
                  </a:cubicBezTo>
                  <a:lnTo>
                    <a:pt x="37335" y="166881"/>
                  </a:lnTo>
                  <a:cubicBezTo>
                    <a:pt x="16715" y="166881"/>
                    <a:pt x="0" y="150166"/>
                    <a:pt x="0" y="129546"/>
                  </a:cubicBezTo>
                  <a:lnTo>
                    <a:pt x="0" y="37335"/>
                  </a:lnTo>
                  <a:cubicBezTo>
                    <a:pt x="0" y="27433"/>
                    <a:pt x="3933" y="17937"/>
                    <a:pt x="10935" y="10935"/>
                  </a:cubicBezTo>
                  <a:cubicBezTo>
                    <a:pt x="17937" y="3933"/>
                    <a:pt x="27433" y="0"/>
                    <a:pt x="37335" y="0"/>
                  </a:cubicBezTo>
                  <a:close/>
                </a:path>
              </a:pathLst>
            </a:custGeom>
            <a:solidFill>
              <a:srgbClr val="442D26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37FF02FA-1C10-E213-4C2C-CF81AFDC531A}"/>
                </a:ext>
              </a:extLst>
            </p:cNvPr>
            <p:cNvSpPr txBox="1"/>
            <p:nvPr/>
          </p:nvSpPr>
          <p:spPr>
            <a:xfrm>
              <a:off x="0" y="85725"/>
              <a:ext cx="819224" cy="811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20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7E0592B7-5955-619D-63C1-8B714235B58A}"/>
              </a:ext>
            </a:extLst>
          </p:cNvPr>
          <p:cNvGrpSpPr/>
          <p:nvPr/>
        </p:nvGrpSpPr>
        <p:grpSpPr>
          <a:xfrm rot="-5400000">
            <a:off x="8793588" y="266736"/>
            <a:ext cx="932837" cy="19506515"/>
            <a:chOff x="0" y="0"/>
            <a:chExt cx="245685" cy="5137518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59CF1D9C-9E8E-DC42-8D97-15C7DD81CB54}"/>
                </a:ext>
              </a:extLst>
            </p:cNvPr>
            <p:cNvSpPr/>
            <p:nvPr/>
          </p:nvSpPr>
          <p:spPr>
            <a:xfrm>
              <a:off x="0" y="0"/>
              <a:ext cx="245685" cy="5137519"/>
            </a:xfrm>
            <a:custGeom>
              <a:avLst/>
              <a:gdLst/>
              <a:ahLst/>
              <a:cxnLst/>
              <a:rect l="l" t="t" r="r" b="b"/>
              <a:pathLst>
                <a:path w="245685" h="5137519">
                  <a:moveTo>
                    <a:pt x="122843" y="0"/>
                  </a:moveTo>
                  <a:lnTo>
                    <a:pt x="122843" y="0"/>
                  </a:lnTo>
                  <a:cubicBezTo>
                    <a:pt x="190687" y="0"/>
                    <a:pt x="245685" y="54999"/>
                    <a:pt x="245685" y="122843"/>
                  </a:cubicBezTo>
                  <a:lnTo>
                    <a:pt x="245685" y="5014676"/>
                  </a:lnTo>
                  <a:cubicBezTo>
                    <a:pt x="245685" y="5047256"/>
                    <a:pt x="232743" y="5078501"/>
                    <a:pt x="209706" y="5101539"/>
                  </a:cubicBezTo>
                  <a:cubicBezTo>
                    <a:pt x="186668" y="5124576"/>
                    <a:pt x="155423" y="5137519"/>
                    <a:pt x="122843" y="5137519"/>
                  </a:cubicBezTo>
                  <a:lnTo>
                    <a:pt x="122843" y="5137519"/>
                  </a:lnTo>
                  <a:cubicBezTo>
                    <a:pt x="90263" y="5137519"/>
                    <a:pt x="59017" y="5124576"/>
                    <a:pt x="35980" y="5101539"/>
                  </a:cubicBezTo>
                  <a:cubicBezTo>
                    <a:pt x="12942" y="5078501"/>
                    <a:pt x="0" y="5047256"/>
                    <a:pt x="0" y="5014676"/>
                  </a:cubicBezTo>
                  <a:lnTo>
                    <a:pt x="0" y="122843"/>
                  </a:lnTo>
                  <a:cubicBezTo>
                    <a:pt x="0" y="90263"/>
                    <a:pt x="12942" y="59017"/>
                    <a:pt x="35980" y="35980"/>
                  </a:cubicBezTo>
                  <a:cubicBezTo>
                    <a:pt x="59017" y="12942"/>
                    <a:pt x="90263" y="0"/>
                    <a:pt x="122843" y="0"/>
                  </a:cubicBezTo>
                  <a:close/>
                </a:path>
              </a:pathLst>
            </a:custGeom>
            <a:solidFill>
              <a:srgbClr val="442D26"/>
            </a:solidFill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68385A74-CE12-5140-E30E-22E45B9E8DD1}"/>
                </a:ext>
              </a:extLst>
            </p:cNvPr>
            <p:cNvSpPr txBox="1"/>
            <p:nvPr/>
          </p:nvSpPr>
          <p:spPr>
            <a:xfrm>
              <a:off x="0" y="85725"/>
              <a:ext cx="245685" cy="50517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20"/>
                </a:lnSpc>
              </a:pPr>
              <a:endParaRPr/>
            </a:p>
          </p:txBody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CD920899-799C-9BC3-2A93-A87337FB5BAC}"/>
              </a:ext>
            </a:extLst>
          </p:cNvPr>
          <p:cNvSpPr txBox="1"/>
          <p:nvPr/>
        </p:nvSpPr>
        <p:spPr>
          <a:xfrm>
            <a:off x="2321994" y="876300"/>
            <a:ext cx="13941685" cy="11733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605"/>
              </a:lnSpc>
            </a:pPr>
            <a:r>
              <a:rPr lang="en-US" sz="9000" b="1" dirty="0">
                <a:solidFill>
                  <a:srgbClr val="442D26"/>
                </a:solidFill>
                <a:latin typeface="Saira Bold"/>
                <a:ea typeface="Saira Bold"/>
                <a:cs typeface="Saira Bold"/>
                <a:sym typeface="Saira Bold"/>
              </a:rPr>
              <a:t>OIR TEST</a:t>
            </a:r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D0BABAF8-6AAE-130C-BF91-AFFA16BF7C18}"/>
              </a:ext>
            </a:extLst>
          </p:cNvPr>
          <p:cNvSpPr/>
          <p:nvPr/>
        </p:nvSpPr>
        <p:spPr>
          <a:xfrm flipH="1" flipV="1">
            <a:off x="2024318" y="719454"/>
            <a:ext cx="2" cy="8081645"/>
          </a:xfrm>
          <a:prstGeom prst="line">
            <a:avLst/>
          </a:prstGeom>
          <a:ln w="9525" cap="flat">
            <a:solidFill>
              <a:srgbClr val="442D26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1456308-F697-F2EF-F1B4-2161AA2431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2" y="1913810"/>
            <a:ext cx="13672876" cy="751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9989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D1FDA-4A72-6308-69BA-FDA739EB6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3">
            <a:extLst>
              <a:ext uri="{FF2B5EF4-FFF2-40B4-BE49-F238E27FC236}">
                <a16:creationId xmlns:a16="http://schemas.microsoft.com/office/drawing/2014/main" id="{902DEEB9-6E14-C1A5-A088-649CFA7FFBE6}"/>
              </a:ext>
            </a:extLst>
          </p:cNvPr>
          <p:cNvGrpSpPr/>
          <p:nvPr/>
        </p:nvGrpSpPr>
        <p:grpSpPr>
          <a:xfrm rot="-5400000">
            <a:off x="3737488" y="-4766189"/>
            <a:ext cx="10127224" cy="18973799"/>
            <a:chOff x="0" y="0"/>
            <a:chExt cx="2467632" cy="4553869"/>
          </a:xfrm>
        </p:grpSpPr>
        <p:sp>
          <p:nvSpPr>
            <p:cNvPr id="6" name="Freeform 4">
              <a:extLst>
                <a:ext uri="{FF2B5EF4-FFF2-40B4-BE49-F238E27FC236}">
                  <a16:creationId xmlns:a16="http://schemas.microsoft.com/office/drawing/2014/main" id="{DB053357-87C3-CD0C-DA01-9F22B0AEF2AC}"/>
                </a:ext>
              </a:extLst>
            </p:cNvPr>
            <p:cNvSpPr/>
            <p:nvPr/>
          </p:nvSpPr>
          <p:spPr>
            <a:xfrm>
              <a:off x="0" y="0"/>
              <a:ext cx="2467633" cy="4553869"/>
            </a:xfrm>
            <a:custGeom>
              <a:avLst/>
              <a:gdLst/>
              <a:ahLst/>
              <a:cxnLst/>
              <a:rect l="l" t="t" r="r" b="b"/>
              <a:pathLst>
                <a:path w="2467633" h="4553869">
                  <a:moveTo>
                    <a:pt x="25616" y="0"/>
                  </a:moveTo>
                  <a:lnTo>
                    <a:pt x="2442017" y="0"/>
                  </a:lnTo>
                  <a:cubicBezTo>
                    <a:pt x="2448811" y="0"/>
                    <a:pt x="2455326" y="2699"/>
                    <a:pt x="2460130" y="7503"/>
                  </a:cubicBezTo>
                  <a:cubicBezTo>
                    <a:pt x="2464934" y="12306"/>
                    <a:pt x="2467633" y="18822"/>
                    <a:pt x="2467633" y="25616"/>
                  </a:cubicBezTo>
                  <a:lnTo>
                    <a:pt x="2467633" y="4528254"/>
                  </a:lnTo>
                  <a:cubicBezTo>
                    <a:pt x="2467633" y="4535048"/>
                    <a:pt x="2464934" y="4541563"/>
                    <a:pt x="2460130" y="4546367"/>
                  </a:cubicBezTo>
                  <a:cubicBezTo>
                    <a:pt x="2455326" y="4551171"/>
                    <a:pt x="2448811" y="4553869"/>
                    <a:pt x="2442017" y="4553869"/>
                  </a:cubicBezTo>
                  <a:lnTo>
                    <a:pt x="25616" y="4553869"/>
                  </a:lnTo>
                  <a:cubicBezTo>
                    <a:pt x="18822" y="4553869"/>
                    <a:pt x="12306" y="4551171"/>
                    <a:pt x="7503" y="4546367"/>
                  </a:cubicBezTo>
                  <a:cubicBezTo>
                    <a:pt x="2699" y="4541563"/>
                    <a:pt x="0" y="4535048"/>
                    <a:pt x="0" y="4528254"/>
                  </a:cubicBezTo>
                  <a:lnTo>
                    <a:pt x="0" y="25616"/>
                  </a:lnTo>
                  <a:cubicBezTo>
                    <a:pt x="0" y="18822"/>
                    <a:pt x="2699" y="12306"/>
                    <a:pt x="7503" y="7503"/>
                  </a:cubicBezTo>
                  <a:cubicBezTo>
                    <a:pt x="12306" y="2699"/>
                    <a:pt x="18822" y="0"/>
                    <a:pt x="25616" y="0"/>
                  </a:cubicBezTo>
                  <a:close/>
                </a:path>
              </a:pathLst>
            </a:custGeom>
            <a:solidFill>
              <a:srgbClr val="ECDDD4"/>
            </a:solidFill>
          </p:spPr>
        </p:sp>
        <p:sp>
          <p:nvSpPr>
            <p:cNvPr id="7" name="TextBox 5">
              <a:extLst>
                <a:ext uri="{FF2B5EF4-FFF2-40B4-BE49-F238E27FC236}">
                  <a16:creationId xmlns:a16="http://schemas.microsoft.com/office/drawing/2014/main" id="{AEB0AE0A-FCB1-295B-3976-C413C482A8BE}"/>
                </a:ext>
              </a:extLst>
            </p:cNvPr>
            <p:cNvSpPr txBox="1"/>
            <p:nvPr/>
          </p:nvSpPr>
          <p:spPr>
            <a:xfrm>
              <a:off x="0" y="85725"/>
              <a:ext cx="2467632" cy="44681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20"/>
                </a:lnSpc>
              </a:pPr>
              <a:endParaRPr/>
            </a:p>
          </p:txBody>
        </p:sp>
      </p:grpSp>
      <p:grpSp>
        <p:nvGrpSpPr>
          <p:cNvPr id="2" name="Group 2">
            <a:extLst>
              <a:ext uri="{FF2B5EF4-FFF2-40B4-BE49-F238E27FC236}">
                <a16:creationId xmlns:a16="http://schemas.microsoft.com/office/drawing/2014/main" id="{1D8CDC37-44F3-E9DB-8BE2-FE4255F9E1DC}"/>
              </a:ext>
            </a:extLst>
          </p:cNvPr>
          <p:cNvGrpSpPr/>
          <p:nvPr/>
        </p:nvGrpSpPr>
        <p:grpSpPr>
          <a:xfrm rot="-5400000">
            <a:off x="15353500" y="-158697"/>
            <a:ext cx="3110490" cy="633626"/>
            <a:chOff x="0" y="0"/>
            <a:chExt cx="819224" cy="166881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DB85B0D-A429-EDA6-F7DA-4E9B06235760}"/>
                </a:ext>
              </a:extLst>
            </p:cNvPr>
            <p:cNvSpPr/>
            <p:nvPr/>
          </p:nvSpPr>
          <p:spPr>
            <a:xfrm>
              <a:off x="0" y="0"/>
              <a:ext cx="819224" cy="166881"/>
            </a:xfrm>
            <a:custGeom>
              <a:avLst/>
              <a:gdLst/>
              <a:ahLst/>
              <a:cxnLst/>
              <a:rect l="l" t="t" r="r" b="b"/>
              <a:pathLst>
                <a:path w="819224" h="166881">
                  <a:moveTo>
                    <a:pt x="37335" y="0"/>
                  </a:moveTo>
                  <a:lnTo>
                    <a:pt x="781889" y="0"/>
                  </a:lnTo>
                  <a:cubicBezTo>
                    <a:pt x="791791" y="0"/>
                    <a:pt x="801287" y="3933"/>
                    <a:pt x="808289" y="10935"/>
                  </a:cubicBezTo>
                  <a:cubicBezTo>
                    <a:pt x="815290" y="17937"/>
                    <a:pt x="819224" y="27433"/>
                    <a:pt x="819224" y="37335"/>
                  </a:cubicBezTo>
                  <a:lnTo>
                    <a:pt x="819224" y="129546"/>
                  </a:lnTo>
                  <a:cubicBezTo>
                    <a:pt x="819224" y="139448"/>
                    <a:pt x="815290" y="148944"/>
                    <a:pt x="808289" y="155946"/>
                  </a:cubicBezTo>
                  <a:cubicBezTo>
                    <a:pt x="801287" y="162948"/>
                    <a:pt x="791791" y="166881"/>
                    <a:pt x="781889" y="166881"/>
                  </a:cubicBezTo>
                  <a:lnTo>
                    <a:pt x="37335" y="166881"/>
                  </a:lnTo>
                  <a:cubicBezTo>
                    <a:pt x="16715" y="166881"/>
                    <a:pt x="0" y="150166"/>
                    <a:pt x="0" y="129546"/>
                  </a:cubicBezTo>
                  <a:lnTo>
                    <a:pt x="0" y="37335"/>
                  </a:lnTo>
                  <a:cubicBezTo>
                    <a:pt x="0" y="27433"/>
                    <a:pt x="3933" y="17937"/>
                    <a:pt x="10935" y="10935"/>
                  </a:cubicBezTo>
                  <a:cubicBezTo>
                    <a:pt x="17937" y="3933"/>
                    <a:pt x="27433" y="0"/>
                    <a:pt x="37335" y="0"/>
                  </a:cubicBezTo>
                  <a:close/>
                </a:path>
              </a:pathLst>
            </a:custGeom>
            <a:solidFill>
              <a:srgbClr val="442D26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FD58EFA-1AA8-06F2-98E8-942DAA464286}"/>
                </a:ext>
              </a:extLst>
            </p:cNvPr>
            <p:cNvSpPr txBox="1"/>
            <p:nvPr/>
          </p:nvSpPr>
          <p:spPr>
            <a:xfrm>
              <a:off x="0" y="85725"/>
              <a:ext cx="819224" cy="811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20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688D3143-001C-26B7-84E1-9EC41042187E}"/>
              </a:ext>
            </a:extLst>
          </p:cNvPr>
          <p:cNvGrpSpPr/>
          <p:nvPr/>
        </p:nvGrpSpPr>
        <p:grpSpPr>
          <a:xfrm rot="-5400000">
            <a:off x="8793588" y="266736"/>
            <a:ext cx="932837" cy="19506515"/>
            <a:chOff x="0" y="0"/>
            <a:chExt cx="245685" cy="5137518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2CD4CF49-EF66-74F4-E372-99DA12CC9F46}"/>
                </a:ext>
              </a:extLst>
            </p:cNvPr>
            <p:cNvSpPr/>
            <p:nvPr/>
          </p:nvSpPr>
          <p:spPr>
            <a:xfrm>
              <a:off x="0" y="0"/>
              <a:ext cx="245685" cy="5137519"/>
            </a:xfrm>
            <a:custGeom>
              <a:avLst/>
              <a:gdLst/>
              <a:ahLst/>
              <a:cxnLst/>
              <a:rect l="l" t="t" r="r" b="b"/>
              <a:pathLst>
                <a:path w="245685" h="5137519">
                  <a:moveTo>
                    <a:pt x="122843" y="0"/>
                  </a:moveTo>
                  <a:lnTo>
                    <a:pt x="122843" y="0"/>
                  </a:lnTo>
                  <a:cubicBezTo>
                    <a:pt x="190687" y="0"/>
                    <a:pt x="245685" y="54999"/>
                    <a:pt x="245685" y="122843"/>
                  </a:cubicBezTo>
                  <a:lnTo>
                    <a:pt x="245685" y="5014676"/>
                  </a:lnTo>
                  <a:cubicBezTo>
                    <a:pt x="245685" y="5047256"/>
                    <a:pt x="232743" y="5078501"/>
                    <a:pt x="209706" y="5101539"/>
                  </a:cubicBezTo>
                  <a:cubicBezTo>
                    <a:pt x="186668" y="5124576"/>
                    <a:pt x="155423" y="5137519"/>
                    <a:pt x="122843" y="5137519"/>
                  </a:cubicBezTo>
                  <a:lnTo>
                    <a:pt x="122843" y="5137519"/>
                  </a:lnTo>
                  <a:cubicBezTo>
                    <a:pt x="90263" y="5137519"/>
                    <a:pt x="59017" y="5124576"/>
                    <a:pt x="35980" y="5101539"/>
                  </a:cubicBezTo>
                  <a:cubicBezTo>
                    <a:pt x="12942" y="5078501"/>
                    <a:pt x="0" y="5047256"/>
                    <a:pt x="0" y="5014676"/>
                  </a:cubicBezTo>
                  <a:lnTo>
                    <a:pt x="0" y="122843"/>
                  </a:lnTo>
                  <a:cubicBezTo>
                    <a:pt x="0" y="90263"/>
                    <a:pt x="12942" y="59017"/>
                    <a:pt x="35980" y="35980"/>
                  </a:cubicBezTo>
                  <a:cubicBezTo>
                    <a:pt x="59017" y="12942"/>
                    <a:pt x="90263" y="0"/>
                    <a:pt x="122843" y="0"/>
                  </a:cubicBezTo>
                  <a:close/>
                </a:path>
              </a:pathLst>
            </a:custGeom>
            <a:solidFill>
              <a:srgbClr val="442D26"/>
            </a:solidFill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C6761F3C-E7C0-66E5-2B65-B061343DFB17}"/>
                </a:ext>
              </a:extLst>
            </p:cNvPr>
            <p:cNvSpPr txBox="1"/>
            <p:nvPr/>
          </p:nvSpPr>
          <p:spPr>
            <a:xfrm>
              <a:off x="0" y="85725"/>
              <a:ext cx="245685" cy="50517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20"/>
                </a:lnSpc>
              </a:pPr>
              <a:endParaRPr/>
            </a:p>
          </p:txBody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9CE69300-B5DE-2D62-BF35-E8FBE3E8CC54}"/>
              </a:ext>
            </a:extLst>
          </p:cNvPr>
          <p:cNvSpPr txBox="1"/>
          <p:nvPr/>
        </p:nvSpPr>
        <p:spPr>
          <a:xfrm>
            <a:off x="2321994" y="876300"/>
            <a:ext cx="13941685" cy="11733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605"/>
              </a:lnSpc>
            </a:pPr>
            <a:r>
              <a:rPr lang="en-US" sz="9000" b="1" dirty="0">
                <a:solidFill>
                  <a:srgbClr val="442D26"/>
                </a:solidFill>
                <a:latin typeface="Saira Bold"/>
                <a:ea typeface="Saira Bold"/>
                <a:cs typeface="Saira Bold"/>
                <a:sym typeface="Saira Bold"/>
              </a:rPr>
              <a:t>PPDT</a:t>
            </a:r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6A79E671-76C4-6D20-3029-29F0006E3B74}"/>
              </a:ext>
            </a:extLst>
          </p:cNvPr>
          <p:cNvSpPr/>
          <p:nvPr/>
        </p:nvSpPr>
        <p:spPr>
          <a:xfrm flipH="1" flipV="1">
            <a:off x="2024318" y="719454"/>
            <a:ext cx="2" cy="8081645"/>
          </a:xfrm>
          <a:prstGeom prst="line">
            <a:avLst/>
          </a:prstGeom>
          <a:ln w="9525" cap="flat">
            <a:solidFill>
              <a:srgbClr val="442D26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0F61A8F-B980-64F1-ED7C-C731D9C3EB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6243" y="2545538"/>
            <a:ext cx="5449060" cy="410584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F2010C4-BD0C-B352-DA69-25F7C4FB1A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0851" y="158115"/>
            <a:ext cx="5827835" cy="410584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18755E1-6E6F-A39E-500C-F79113FD2A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0851" y="4682608"/>
            <a:ext cx="6015308" cy="4318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4676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129CE9-CD03-5532-8B9B-2038FF83B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3">
            <a:extLst>
              <a:ext uri="{FF2B5EF4-FFF2-40B4-BE49-F238E27FC236}">
                <a16:creationId xmlns:a16="http://schemas.microsoft.com/office/drawing/2014/main" id="{60B54F8C-84D3-0C26-DBA4-E02D334BF628}"/>
              </a:ext>
            </a:extLst>
          </p:cNvPr>
          <p:cNvGrpSpPr/>
          <p:nvPr/>
        </p:nvGrpSpPr>
        <p:grpSpPr>
          <a:xfrm rot="-5400000">
            <a:off x="3737488" y="-4766189"/>
            <a:ext cx="10127224" cy="18973799"/>
            <a:chOff x="0" y="0"/>
            <a:chExt cx="2467632" cy="4553869"/>
          </a:xfrm>
        </p:grpSpPr>
        <p:sp>
          <p:nvSpPr>
            <p:cNvPr id="6" name="Freeform 4">
              <a:extLst>
                <a:ext uri="{FF2B5EF4-FFF2-40B4-BE49-F238E27FC236}">
                  <a16:creationId xmlns:a16="http://schemas.microsoft.com/office/drawing/2014/main" id="{60399C55-009D-5BE9-967A-909F2D888A23}"/>
                </a:ext>
              </a:extLst>
            </p:cNvPr>
            <p:cNvSpPr/>
            <p:nvPr/>
          </p:nvSpPr>
          <p:spPr>
            <a:xfrm>
              <a:off x="0" y="0"/>
              <a:ext cx="2467633" cy="4553869"/>
            </a:xfrm>
            <a:custGeom>
              <a:avLst/>
              <a:gdLst/>
              <a:ahLst/>
              <a:cxnLst/>
              <a:rect l="l" t="t" r="r" b="b"/>
              <a:pathLst>
                <a:path w="2467633" h="4553869">
                  <a:moveTo>
                    <a:pt x="25616" y="0"/>
                  </a:moveTo>
                  <a:lnTo>
                    <a:pt x="2442017" y="0"/>
                  </a:lnTo>
                  <a:cubicBezTo>
                    <a:pt x="2448811" y="0"/>
                    <a:pt x="2455326" y="2699"/>
                    <a:pt x="2460130" y="7503"/>
                  </a:cubicBezTo>
                  <a:cubicBezTo>
                    <a:pt x="2464934" y="12306"/>
                    <a:pt x="2467633" y="18822"/>
                    <a:pt x="2467633" y="25616"/>
                  </a:cubicBezTo>
                  <a:lnTo>
                    <a:pt x="2467633" y="4528254"/>
                  </a:lnTo>
                  <a:cubicBezTo>
                    <a:pt x="2467633" y="4535048"/>
                    <a:pt x="2464934" y="4541563"/>
                    <a:pt x="2460130" y="4546367"/>
                  </a:cubicBezTo>
                  <a:cubicBezTo>
                    <a:pt x="2455326" y="4551171"/>
                    <a:pt x="2448811" y="4553869"/>
                    <a:pt x="2442017" y="4553869"/>
                  </a:cubicBezTo>
                  <a:lnTo>
                    <a:pt x="25616" y="4553869"/>
                  </a:lnTo>
                  <a:cubicBezTo>
                    <a:pt x="18822" y="4553869"/>
                    <a:pt x="12306" y="4551171"/>
                    <a:pt x="7503" y="4546367"/>
                  </a:cubicBezTo>
                  <a:cubicBezTo>
                    <a:pt x="2699" y="4541563"/>
                    <a:pt x="0" y="4535048"/>
                    <a:pt x="0" y="4528254"/>
                  </a:cubicBezTo>
                  <a:lnTo>
                    <a:pt x="0" y="25616"/>
                  </a:lnTo>
                  <a:cubicBezTo>
                    <a:pt x="0" y="18822"/>
                    <a:pt x="2699" y="12306"/>
                    <a:pt x="7503" y="7503"/>
                  </a:cubicBezTo>
                  <a:cubicBezTo>
                    <a:pt x="12306" y="2699"/>
                    <a:pt x="18822" y="0"/>
                    <a:pt x="25616" y="0"/>
                  </a:cubicBezTo>
                  <a:close/>
                </a:path>
              </a:pathLst>
            </a:custGeom>
            <a:solidFill>
              <a:srgbClr val="ECDDD4"/>
            </a:solidFill>
          </p:spPr>
        </p:sp>
        <p:sp>
          <p:nvSpPr>
            <p:cNvPr id="7" name="TextBox 5">
              <a:extLst>
                <a:ext uri="{FF2B5EF4-FFF2-40B4-BE49-F238E27FC236}">
                  <a16:creationId xmlns:a16="http://schemas.microsoft.com/office/drawing/2014/main" id="{FB35B4D3-E346-7FB8-56A3-F883E5C2F1C7}"/>
                </a:ext>
              </a:extLst>
            </p:cNvPr>
            <p:cNvSpPr txBox="1"/>
            <p:nvPr/>
          </p:nvSpPr>
          <p:spPr>
            <a:xfrm>
              <a:off x="0" y="85725"/>
              <a:ext cx="2467632" cy="44681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20"/>
                </a:lnSpc>
              </a:pPr>
              <a:endParaRPr/>
            </a:p>
          </p:txBody>
        </p:sp>
      </p:grpSp>
      <p:grpSp>
        <p:nvGrpSpPr>
          <p:cNvPr id="2" name="Group 2">
            <a:extLst>
              <a:ext uri="{FF2B5EF4-FFF2-40B4-BE49-F238E27FC236}">
                <a16:creationId xmlns:a16="http://schemas.microsoft.com/office/drawing/2014/main" id="{70E0FF82-D861-E90A-6356-82AA3E014CA5}"/>
              </a:ext>
            </a:extLst>
          </p:cNvPr>
          <p:cNvGrpSpPr/>
          <p:nvPr/>
        </p:nvGrpSpPr>
        <p:grpSpPr>
          <a:xfrm rot="-5400000">
            <a:off x="15353500" y="-158697"/>
            <a:ext cx="3110490" cy="633626"/>
            <a:chOff x="0" y="0"/>
            <a:chExt cx="819224" cy="166881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4813C1E-7C60-C75D-D93A-B48001810D21}"/>
                </a:ext>
              </a:extLst>
            </p:cNvPr>
            <p:cNvSpPr/>
            <p:nvPr/>
          </p:nvSpPr>
          <p:spPr>
            <a:xfrm>
              <a:off x="0" y="0"/>
              <a:ext cx="819224" cy="166881"/>
            </a:xfrm>
            <a:custGeom>
              <a:avLst/>
              <a:gdLst/>
              <a:ahLst/>
              <a:cxnLst/>
              <a:rect l="l" t="t" r="r" b="b"/>
              <a:pathLst>
                <a:path w="819224" h="166881">
                  <a:moveTo>
                    <a:pt x="37335" y="0"/>
                  </a:moveTo>
                  <a:lnTo>
                    <a:pt x="781889" y="0"/>
                  </a:lnTo>
                  <a:cubicBezTo>
                    <a:pt x="791791" y="0"/>
                    <a:pt x="801287" y="3933"/>
                    <a:pt x="808289" y="10935"/>
                  </a:cubicBezTo>
                  <a:cubicBezTo>
                    <a:pt x="815290" y="17937"/>
                    <a:pt x="819224" y="27433"/>
                    <a:pt x="819224" y="37335"/>
                  </a:cubicBezTo>
                  <a:lnTo>
                    <a:pt x="819224" y="129546"/>
                  </a:lnTo>
                  <a:cubicBezTo>
                    <a:pt x="819224" y="139448"/>
                    <a:pt x="815290" y="148944"/>
                    <a:pt x="808289" y="155946"/>
                  </a:cubicBezTo>
                  <a:cubicBezTo>
                    <a:pt x="801287" y="162948"/>
                    <a:pt x="791791" y="166881"/>
                    <a:pt x="781889" y="166881"/>
                  </a:cubicBezTo>
                  <a:lnTo>
                    <a:pt x="37335" y="166881"/>
                  </a:lnTo>
                  <a:cubicBezTo>
                    <a:pt x="16715" y="166881"/>
                    <a:pt x="0" y="150166"/>
                    <a:pt x="0" y="129546"/>
                  </a:cubicBezTo>
                  <a:lnTo>
                    <a:pt x="0" y="37335"/>
                  </a:lnTo>
                  <a:cubicBezTo>
                    <a:pt x="0" y="27433"/>
                    <a:pt x="3933" y="17937"/>
                    <a:pt x="10935" y="10935"/>
                  </a:cubicBezTo>
                  <a:cubicBezTo>
                    <a:pt x="17937" y="3933"/>
                    <a:pt x="27433" y="0"/>
                    <a:pt x="37335" y="0"/>
                  </a:cubicBezTo>
                  <a:close/>
                </a:path>
              </a:pathLst>
            </a:custGeom>
            <a:solidFill>
              <a:srgbClr val="442D26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AA0A3BF6-E4DB-6449-2D9A-834B83D79AB3}"/>
                </a:ext>
              </a:extLst>
            </p:cNvPr>
            <p:cNvSpPr txBox="1"/>
            <p:nvPr/>
          </p:nvSpPr>
          <p:spPr>
            <a:xfrm>
              <a:off x="0" y="85725"/>
              <a:ext cx="819224" cy="811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20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B114B6F4-79EA-1AB6-05C8-C5A5A2DA4E04}"/>
              </a:ext>
            </a:extLst>
          </p:cNvPr>
          <p:cNvGrpSpPr/>
          <p:nvPr/>
        </p:nvGrpSpPr>
        <p:grpSpPr>
          <a:xfrm rot="-5400000">
            <a:off x="8793588" y="266736"/>
            <a:ext cx="932837" cy="19506515"/>
            <a:chOff x="0" y="0"/>
            <a:chExt cx="245685" cy="5137518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121F5B0-64E0-DC2D-2525-A5BA8ACC5709}"/>
                </a:ext>
              </a:extLst>
            </p:cNvPr>
            <p:cNvSpPr/>
            <p:nvPr/>
          </p:nvSpPr>
          <p:spPr>
            <a:xfrm>
              <a:off x="0" y="0"/>
              <a:ext cx="245685" cy="5137519"/>
            </a:xfrm>
            <a:custGeom>
              <a:avLst/>
              <a:gdLst/>
              <a:ahLst/>
              <a:cxnLst/>
              <a:rect l="l" t="t" r="r" b="b"/>
              <a:pathLst>
                <a:path w="245685" h="5137519">
                  <a:moveTo>
                    <a:pt x="122843" y="0"/>
                  </a:moveTo>
                  <a:lnTo>
                    <a:pt x="122843" y="0"/>
                  </a:lnTo>
                  <a:cubicBezTo>
                    <a:pt x="190687" y="0"/>
                    <a:pt x="245685" y="54999"/>
                    <a:pt x="245685" y="122843"/>
                  </a:cubicBezTo>
                  <a:lnTo>
                    <a:pt x="245685" y="5014676"/>
                  </a:lnTo>
                  <a:cubicBezTo>
                    <a:pt x="245685" y="5047256"/>
                    <a:pt x="232743" y="5078501"/>
                    <a:pt x="209706" y="5101539"/>
                  </a:cubicBezTo>
                  <a:cubicBezTo>
                    <a:pt x="186668" y="5124576"/>
                    <a:pt x="155423" y="5137519"/>
                    <a:pt x="122843" y="5137519"/>
                  </a:cubicBezTo>
                  <a:lnTo>
                    <a:pt x="122843" y="5137519"/>
                  </a:lnTo>
                  <a:cubicBezTo>
                    <a:pt x="90263" y="5137519"/>
                    <a:pt x="59017" y="5124576"/>
                    <a:pt x="35980" y="5101539"/>
                  </a:cubicBezTo>
                  <a:cubicBezTo>
                    <a:pt x="12942" y="5078501"/>
                    <a:pt x="0" y="5047256"/>
                    <a:pt x="0" y="5014676"/>
                  </a:cubicBezTo>
                  <a:lnTo>
                    <a:pt x="0" y="122843"/>
                  </a:lnTo>
                  <a:cubicBezTo>
                    <a:pt x="0" y="90263"/>
                    <a:pt x="12942" y="59017"/>
                    <a:pt x="35980" y="35980"/>
                  </a:cubicBezTo>
                  <a:cubicBezTo>
                    <a:pt x="59017" y="12942"/>
                    <a:pt x="90263" y="0"/>
                    <a:pt x="122843" y="0"/>
                  </a:cubicBezTo>
                  <a:close/>
                </a:path>
              </a:pathLst>
            </a:custGeom>
            <a:solidFill>
              <a:srgbClr val="442D26"/>
            </a:solidFill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12634ABA-AB58-3AFB-0AC2-26A79FD3812B}"/>
                </a:ext>
              </a:extLst>
            </p:cNvPr>
            <p:cNvSpPr txBox="1"/>
            <p:nvPr/>
          </p:nvSpPr>
          <p:spPr>
            <a:xfrm>
              <a:off x="0" y="85725"/>
              <a:ext cx="245685" cy="50517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20"/>
                </a:lnSpc>
              </a:pPr>
              <a:endParaRPr/>
            </a:p>
          </p:txBody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4C45C082-8115-D40F-EC5B-1522FD891E0F}"/>
              </a:ext>
            </a:extLst>
          </p:cNvPr>
          <p:cNvSpPr txBox="1"/>
          <p:nvPr/>
        </p:nvSpPr>
        <p:spPr>
          <a:xfrm>
            <a:off x="2321994" y="876300"/>
            <a:ext cx="13941685" cy="11733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605"/>
              </a:lnSpc>
            </a:pPr>
            <a:r>
              <a:rPr lang="en-US" sz="9000" b="1" dirty="0">
                <a:solidFill>
                  <a:srgbClr val="442D26"/>
                </a:solidFill>
                <a:latin typeface="Saira Bold"/>
                <a:ea typeface="Saira Bold"/>
                <a:cs typeface="Saira Bold"/>
                <a:sym typeface="Saira Bold"/>
              </a:rPr>
              <a:t>Day 2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1E0B4230-810E-44AD-54EC-5622C3DF034E}"/>
              </a:ext>
            </a:extLst>
          </p:cNvPr>
          <p:cNvSpPr txBox="1"/>
          <p:nvPr/>
        </p:nvSpPr>
        <p:spPr>
          <a:xfrm>
            <a:off x="2381495" y="2609926"/>
            <a:ext cx="14788623" cy="61555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4000" b="1" dirty="0">
                <a:solidFill>
                  <a:srgbClr val="442D26"/>
                </a:solidFill>
                <a:latin typeface="Saira"/>
                <a:ea typeface="Saira"/>
                <a:cs typeface="Saira"/>
                <a:sym typeface="Saira"/>
              </a:rPr>
              <a:t>Psychology test :</a:t>
            </a:r>
          </a:p>
          <a:p>
            <a:pPr algn="just"/>
            <a:r>
              <a:rPr lang="en-US" sz="4000" b="1" dirty="0">
                <a:solidFill>
                  <a:srgbClr val="442D26"/>
                </a:solidFill>
                <a:latin typeface="Saira"/>
                <a:ea typeface="Saira"/>
                <a:cs typeface="Saira"/>
                <a:sym typeface="Saira"/>
              </a:rPr>
              <a:t>     </a:t>
            </a:r>
          </a:p>
          <a:p>
            <a:pPr marL="742950" indent="-742950" algn="just">
              <a:buFont typeface="+mj-lt"/>
              <a:buAutoNum type="arabicPeriod"/>
            </a:pPr>
            <a:r>
              <a:rPr lang="en-IN" sz="4000" dirty="0"/>
              <a:t>Thematic Apperception Test (TAT) </a:t>
            </a:r>
          </a:p>
          <a:p>
            <a:pPr marL="742950" indent="-742950" algn="just">
              <a:buFont typeface="+mj-lt"/>
              <a:buAutoNum type="arabicPeriod"/>
            </a:pPr>
            <a:r>
              <a:rPr lang="en-IN" sz="4000" dirty="0"/>
              <a:t>Word Association Test (WAT)         </a:t>
            </a:r>
          </a:p>
          <a:p>
            <a:pPr marL="742950" indent="-742950" algn="just">
              <a:buFont typeface="+mj-lt"/>
              <a:buAutoNum type="arabicPeriod"/>
            </a:pPr>
            <a:r>
              <a:rPr lang="en-IN" sz="4000" dirty="0"/>
              <a:t>Situation reaction Test (SRT)</a:t>
            </a:r>
          </a:p>
          <a:p>
            <a:pPr marL="742950" indent="-742950" algn="just">
              <a:buFont typeface="+mj-lt"/>
              <a:buAutoNum type="arabicPeriod"/>
            </a:pPr>
            <a:r>
              <a:rPr lang="en-IN" sz="4000" dirty="0"/>
              <a:t>Self Description (SD)</a:t>
            </a:r>
            <a:endParaRPr lang="en-US" sz="4000" b="1" dirty="0">
              <a:solidFill>
                <a:srgbClr val="442D26"/>
              </a:solidFill>
              <a:latin typeface="Saira"/>
              <a:ea typeface="Saira"/>
              <a:cs typeface="Saira"/>
              <a:sym typeface="Saira"/>
            </a:endParaRPr>
          </a:p>
          <a:p>
            <a:pPr algn="just"/>
            <a:endParaRPr lang="en-US" sz="4000" b="1" dirty="0">
              <a:solidFill>
                <a:srgbClr val="442D26"/>
              </a:solidFill>
              <a:latin typeface="Saira"/>
              <a:ea typeface="Saira"/>
              <a:cs typeface="Saira"/>
              <a:sym typeface="Saira"/>
            </a:endParaRP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4000" b="1" dirty="0">
                <a:solidFill>
                  <a:srgbClr val="442D26"/>
                </a:solidFill>
                <a:latin typeface="Saira"/>
                <a:ea typeface="Saira"/>
                <a:cs typeface="Saira"/>
                <a:sym typeface="Saira"/>
              </a:rPr>
              <a:t>Interview </a:t>
            </a:r>
          </a:p>
          <a:p>
            <a:pPr algn="just"/>
            <a:r>
              <a:rPr lang="en-US" sz="4000" b="1" dirty="0">
                <a:solidFill>
                  <a:srgbClr val="442D26"/>
                </a:solidFill>
                <a:latin typeface="Saira"/>
                <a:ea typeface="Saira"/>
                <a:cs typeface="Saira"/>
                <a:sym typeface="Saira"/>
              </a:rPr>
              <a:t>     </a:t>
            </a:r>
          </a:p>
          <a:p>
            <a:pPr algn="just"/>
            <a:r>
              <a:rPr lang="en-US" sz="4000" b="1" dirty="0">
                <a:solidFill>
                  <a:srgbClr val="442D26"/>
                </a:solidFill>
                <a:latin typeface="Saira"/>
                <a:ea typeface="Saira"/>
                <a:cs typeface="Saira"/>
                <a:sym typeface="Saira"/>
              </a:rPr>
              <a:t>     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2E552DE0-34D3-119C-FB94-5BF75538768A}"/>
              </a:ext>
            </a:extLst>
          </p:cNvPr>
          <p:cNvSpPr txBox="1"/>
          <p:nvPr/>
        </p:nvSpPr>
        <p:spPr>
          <a:xfrm>
            <a:off x="16679834" y="1266062"/>
            <a:ext cx="457823" cy="242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2189" dirty="0">
                <a:solidFill>
                  <a:srgbClr val="ECDDD4"/>
                </a:solidFill>
                <a:latin typeface="Saira"/>
                <a:ea typeface="Saira"/>
                <a:cs typeface="Saira"/>
                <a:sym typeface="Saira"/>
              </a:rPr>
              <a:t>05</a:t>
            </a:r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281AF791-B543-05E7-647E-5CD618C6B5E8}"/>
              </a:ext>
            </a:extLst>
          </p:cNvPr>
          <p:cNvSpPr/>
          <p:nvPr/>
        </p:nvSpPr>
        <p:spPr>
          <a:xfrm flipH="1" flipV="1">
            <a:off x="2024318" y="719454"/>
            <a:ext cx="2" cy="8081645"/>
          </a:xfrm>
          <a:prstGeom prst="line">
            <a:avLst/>
          </a:prstGeom>
          <a:ln w="9525" cap="flat">
            <a:solidFill>
              <a:srgbClr val="442D26"/>
            </a:solidFill>
            <a:prstDash val="solid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472527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1345A3-F150-527E-D3E9-4CE6BD3BB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3">
            <a:extLst>
              <a:ext uri="{FF2B5EF4-FFF2-40B4-BE49-F238E27FC236}">
                <a16:creationId xmlns:a16="http://schemas.microsoft.com/office/drawing/2014/main" id="{31187D81-63D9-D025-6863-9810DFFF781B}"/>
              </a:ext>
            </a:extLst>
          </p:cNvPr>
          <p:cNvGrpSpPr/>
          <p:nvPr/>
        </p:nvGrpSpPr>
        <p:grpSpPr>
          <a:xfrm rot="-5400000">
            <a:off x="3757561" y="-4746116"/>
            <a:ext cx="10279624" cy="18781253"/>
            <a:chOff x="0" y="0"/>
            <a:chExt cx="2467632" cy="4553869"/>
          </a:xfrm>
        </p:grpSpPr>
        <p:sp>
          <p:nvSpPr>
            <p:cNvPr id="6" name="Freeform 4">
              <a:extLst>
                <a:ext uri="{FF2B5EF4-FFF2-40B4-BE49-F238E27FC236}">
                  <a16:creationId xmlns:a16="http://schemas.microsoft.com/office/drawing/2014/main" id="{14019D8C-36EB-BDB2-3DE8-D5AFC951F0F1}"/>
                </a:ext>
              </a:extLst>
            </p:cNvPr>
            <p:cNvSpPr/>
            <p:nvPr/>
          </p:nvSpPr>
          <p:spPr>
            <a:xfrm>
              <a:off x="0" y="0"/>
              <a:ext cx="2467633" cy="4553869"/>
            </a:xfrm>
            <a:custGeom>
              <a:avLst/>
              <a:gdLst/>
              <a:ahLst/>
              <a:cxnLst/>
              <a:rect l="l" t="t" r="r" b="b"/>
              <a:pathLst>
                <a:path w="2467633" h="4553869">
                  <a:moveTo>
                    <a:pt x="25616" y="0"/>
                  </a:moveTo>
                  <a:lnTo>
                    <a:pt x="2442017" y="0"/>
                  </a:lnTo>
                  <a:cubicBezTo>
                    <a:pt x="2448811" y="0"/>
                    <a:pt x="2455326" y="2699"/>
                    <a:pt x="2460130" y="7503"/>
                  </a:cubicBezTo>
                  <a:cubicBezTo>
                    <a:pt x="2464934" y="12306"/>
                    <a:pt x="2467633" y="18822"/>
                    <a:pt x="2467633" y="25616"/>
                  </a:cubicBezTo>
                  <a:lnTo>
                    <a:pt x="2467633" y="4528254"/>
                  </a:lnTo>
                  <a:cubicBezTo>
                    <a:pt x="2467633" y="4535048"/>
                    <a:pt x="2464934" y="4541563"/>
                    <a:pt x="2460130" y="4546367"/>
                  </a:cubicBezTo>
                  <a:cubicBezTo>
                    <a:pt x="2455326" y="4551171"/>
                    <a:pt x="2448811" y="4553869"/>
                    <a:pt x="2442017" y="4553869"/>
                  </a:cubicBezTo>
                  <a:lnTo>
                    <a:pt x="25616" y="4553869"/>
                  </a:lnTo>
                  <a:cubicBezTo>
                    <a:pt x="18822" y="4553869"/>
                    <a:pt x="12306" y="4551171"/>
                    <a:pt x="7503" y="4546367"/>
                  </a:cubicBezTo>
                  <a:cubicBezTo>
                    <a:pt x="2699" y="4541563"/>
                    <a:pt x="0" y="4535048"/>
                    <a:pt x="0" y="4528254"/>
                  </a:cubicBezTo>
                  <a:lnTo>
                    <a:pt x="0" y="25616"/>
                  </a:lnTo>
                  <a:cubicBezTo>
                    <a:pt x="0" y="18822"/>
                    <a:pt x="2699" y="12306"/>
                    <a:pt x="7503" y="7503"/>
                  </a:cubicBezTo>
                  <a:cubicBezTo>
                    <a:pt x="12306" y="2699"/>
                    <a:pt x="18822" y="0"/>
                    <a:pt x="25616" y="0"/>
                  </a:cubicBezTo>
                  <a:close/>
                </a:path>
              </a:pathLst>
            </a:custGeom>
            <a:solidFill>
              <a:srgbClr val="ECDDD4"/>
            </a:solidFill>
          </p:spPr>
        </p:sp>
        <p:sp>
          <p:nvSpPr>
            <p:cNvPr id="7" name="TextBox 5">
              <a:extLst>
                <a:ext uri="{FF2B5EF4-FFF2-40B4-BE49-F238E27FC236}">
                  <a16:creationId xmlns:a16="http://schemas.microsoft.com/office/drawing/2014/main" id="{CF6C6A9F-5371-0CFC-2CCA-4F96B0E99D53}"/>
                </a:ext>
              </a:extLst>
            </p:cNvPr>
            <p:cNvSpPr txBox="1"/>
            <p:nvPr/>
          </p:nvSpPr>
          <p:spPr>
            <a:xfrm>
              <a:off x="0" y="85725"/>
              <a:ext cx="2467632" cy="44681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20"/>
                </a:lnSpc>
              </a:pPr>
              <a:endParaRPr/>
            </a:p>
          </p:txBody>
        </p:sp>
      </p:grpSp>
      <p:grpSp>
        <p:nvGrpSpPr>
          <p:cNvPr id="2" name="Group 2">
            <a:extLst>
              <a:ext uri="{FF2B5EF4-FFF2-40B4-BE49-F238E27FC236}">
                <a16:creationId xmlns:a16="http://schemas.microsoft.com/office/drawing/2014/main" id="{A54A29BD-8253-F268-5B0E-647D6538EE58}"/>
              </a:ext>
            </a:extLst>
          </p:cNvPr>
          <p:cNvGrpSpPr/>
          <p:nvPr/>
        </p:nvGrpSpPr>
        <p:grpSpPr>
          <a:xfrm rot="-5400000">
            <a:off x="15353500" y="-158697"/>
            <a:ext cx="3110490" cy="633626"/>
            <a:chOff x="0" y="0"/>
            <a:chExt cx="819224" cy="166881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737E1CF-C53A-9C9E-18D9-FB7084B10BFC}"/>
                </a:ext>
              </a:extLst>
            </p:cNvPr>
            <p:cNvSpPr/>
            <p:nvPr/>
          </p:nvSpPr>
          <p:spPr>
            <a:xfrm>
              <a:off x="0" y="0"/>
              <a:ext cx="819224" cy="166881"/>
            </a:xfrm>
            <a:custGeom>
              <a:avLst/>
              <a:gdLst/>
              <a:ahLst/>
              <a:cxnLst/>
              <a:rect l="l" t="t" r="r" b="b"/>
              <a:pathLst>
                <a:path w="819224" h="166881">
                  <a:moveTo>
                    <a:pt x="37335" y="0"/>
                  </a:moveTo>
                  <a:lnTo>
                    <a:pt x="781889" y="0"/>
                  </a:lnTo>
                  <a:cubicBezTo>
                    <a:pt x="791791" y="0"/>
                    <a:pt x="801287" y="3933"/>
                    <a:pt x="808289" y="10935"/>
                  </a:cubicBezTo>
                  <a:cubicBezTo>
                    <a:pt x="815290" y="17937"/>
                    <a:pt x="819224" y="27433"/>
                    <a:pt x="819224" y="37335"/>
                  </a:cubicBezTo>
                  <a:lnTo>
                    <a:pt x="819224" y="129546"/>
                  </a:lnTo>
                  <a:cubicBezTo>
                    <a:pt x="819224" y="139448"/>
                    <a:pt x="815290" y="148944"/>
                    <a:pt x="808289" y="155946"/>
                  </a:cubicBezTo>
                  <a:cubicBezTo>
                    <a:pt x="801287" y="162948"/>
                    <a:pt x="791791" y="166881"/>
                    <a:pt x="781889" y="166881"/>
                  </a:cubicBezTo>
                  <a:lnTo>
                    <a:pt x="37335" y="166881"/>
                  </a:lnTo>
                  <a:cubicBezTo>
                    <a:pt x="16715" y="166881"/>
                    <a:pt x="0" y="150166"/>
                    <a:pt x="0" y="129546"/>
                  </a:cubicBezTo>
                  <a:lnTo>
                    <a:pt x="0" y="37335"/>
                  </a:lnTo>
                  <a:cubicBezTo>
                    <a:pt x="0" y="27433"/>
                    <a:pt x="3933" y="17937"/>
                    <a:pt x="10935" y="10935"/>
                  </a:cubicBezTo>
                  <a:cubicBezTo>
                    <a:pt x="17937" y="3933"/>
                    <a:pt x="27433" y="0"/>
                    <a:pt x="37335" y="0"/>
                  </a:cubicBezTo>
                  <a:close/>
                </a:path>
              </a:pathLst>
            </a:custGeom>
            <a:solidFill>
              <a:srgbClr val="442D26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1D0B6A1D-271F-6D3D-41A4-B2EEF1F91819}"/>
                </a:ext>
              </a:extLst>
            </p:cNvPr>
            <p:cNvSpPr txBox="1"/>
            <p:nvPr/>
          </p:nvSpPr>
          <p:spPr>
            <a:xfrm>
              <a:off x="0" y="85725"/>
              <a:ext cx="819224" cy="811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20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7279B3F2-F50B-D1A8-8BBB-A8E25AACE78D}"/>
              </a:ext>
            </a:extLst>
          </p:cNvPr>
          <p:cNvGrpSpPr/>
          <p:nvPr/>
        </p:nvGrpSpPr>
        <p:grpSpPr>
          <a:xfrm rot="-5400000">
            <a:off x="8793588" y="266736"/>
            <a:ext cx="932837" cy="19506515"/>
            <a:chOff x="0" y="0"/>
            <a:chExt cx="245685" cy="5137518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DA520F48-6151-9FA2-9E12-07C46EBAC723}"/>
                </a:ext>
              </a:extLst>
            </p:cNvPr>
            <p:cNvSpPr/>
            <p:nvPr/>
          </p:nvSpPr>
          <p:spPr>
            <a:xfrm>
              <a:off x="0" y="0"/>
              <a:ext cx="245685" cy="5137519"/>
            </a:xfrm>
            <a:custGeom>
              <a:avLst/>
              <a:gdLst/>
              <a:ahLst/>
              <a:cxnLst/>
              <a:rect l="l" t="t" r="r" b="b"/>
              <a:pathLst>
                <a:path w="245685" h="5137519">
                  <a:moveTo>
                    <a:pt x="122843" y="0"/>
                  </a:moveTo>
                  <a:lnTo>
                    <a:pt x="122843" y="0"/>
                  </a:lnTo>
                  <a:cubicBezTo>
                    <a:pt x="190687" y="0"/>
                    <a:pt x="245685" y="54999"/>
                    <a:pt x="245685" y="122843"/>
                  </a:cubicBezTo>
                  <a:lnTo>
                    <a:pt x="245685" y="5014676"/>
                  </a:lnTo>
                  <a:cubicBezTo>
                    <a:pt x="245685" y="5047256"/>
                    <a:pt x="232743" y="5078501"/>
                    <a:pt x="209706" y="5101539"/>
                  </a:cubicBezTo>
                  <a:cubicBezTo>
                    <a:pt x="186668" y="5124576"/>
                    <a:pt x="155423" y="5137519"/>
                    <a:pt x="122843" y="5137519"/>
                  </a:cubicBezTo>
                  <a:lnTo>
                    <a:pt x="122843" y="5137519"/>
                  </a:lnTo>
                  <a:cubicBezTo>
                    <a:pt x="90263" y="5137519"/>
                    <a:pt x="59017" y="5124576"/>
                    <a:pt x="35980" y="5101539"/>
                  </a:cubicBezTo>
                  <a:cubicBezTo>
                    <a:pt x="12942" y="5078501"/>
                    <a:pt x="0" y="5047256"/>
                    <a:pt x="0" y="5014676"/>
                  </a:cubicBezTo>
                  <a:lnTo>
                    <a:pt x="0" y="122843"/>
                  </a:lnTo>
                  <a:cubicBezTo>
                    <a:pt x="0" y="90263"/>
                    <a:pt x="12942" y="59017"/>
                    <a:pt x="35980" y="35980"/>
                  </a:cubicBezTo>
                  <a:cubicBezTo>
                    <a:pt x="59017" y="12942"/>
                    <a:pt x="90263" y="0"/>
                    <a:pt x="122843" y="0"/>
                  </a:cubicBezTo>
                  <a:close/>
                </a:path>
              </a:pathLst>
            </a:custGeom>
            <a:solidFill>
              <a:srgbClr val="442D26"/>
            </a:solidFill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39F79BB6-DFC1-B326-3CF0-C9EB73037987}"/>
                </a:ext>
              </a:extLst>
            </p:cNvPr>
            <p:cNvSpPr txBox="1"/>
            <p:nvPr/>
          </p:nvSpPr>
          <p:spPr>
            <a:xfrm>
              <a:off x="0" y="85725"/>
              <a:ext cx="245685" cy="50517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20"/>
                </a:lnSpc>
              </a:pPr>
              <a:endParaRPr/>
            </a:p>
          </p:txBody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FA699BEE-E1B8-683D-5A12-C8D057B1F407}"/>
              </a:ext>
            </a:extLst>
          </p:cNvPr>
          <p:cNvSpPr txBox="1"/>
          <p:nvPr/>
        </p:nvSpPr>
        <p:spPr>
          <a:xfrm>
            <a:off x="2321994" y="876300"/>
            <a:ext cx="13941685" cy="11733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605"/>
              </a:lnSpc>
            </a:pPr>
            <a:r>
              <a:rPr lang="en-US" sz="9000" b="1" dirty="0">
                <a:solidFill>
                  <a:srgbClr val="442D26"/>
                </a:solidFill>
                <a:latin typeface="Saira Bold"/>
                <a:ea typeface="Saira Bold"/>
                <a:cs typeface="Saira Bold"/>
                <a:sym typeface="Saira Bold"/>
              </a:rPr>
              <a:t>Day 3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9B724B12-0EEE-2311-9C2A-B772CD9F7B99}"/>
              </a:ext>
            </a:extLst>
          </p:cNvPr>
          <p:cNvSpPr txBox="1"/>
          <p:nvPr/>
        </p:nvSpPr>
        <p:spPr>
          <a:xfrm>
            <a:off x="2366240" y="2331578"/>
            <a:ext cx="14788623" cy="67710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4000" b="1" dirty="0">
                <a:solidFill>
                  <a:srgbClr val="442D26"/>
                </a:solidFill>
                <a:latin typeface="Saira"/>
                <a:ea typeface="Saira"/>
                <a:cs typeface="Saira"/>
                <a:sym typeface="Saira"/>
              </a:rPr>
              <a:t>GTO task</a:t>
            </a:r>
          </a:p>
          <a:p>
            <a:pPr algn="just"/>
            <a:r>
              <a:rPr lang="en-US" sz="4000" b="1" dirty="0">
                <a:solidFill>
                  <a:srgbClr val="442D26"/>
                </a:solidFill>
                <a:latin typeface="Saira"/>
                <a:ea typeface="Saira"/>
                <a:cs typeface="Saira"/>
                <a:sym typeface="Saira"/>
              </a:rPr>
              <a:t>     </a:t>
            </a:r>
          </a:p>
          <a:p>
            <a:pPr algn="just"/>
            <a:r>
              <a:rPr lang="en-US" sz="4000" dirty="0">
                <a:latin typeface="Saira" panose="020B0604020202020204" charset="0"/>
                <a:ea typeface="Saira"/>
                <a:cs typeface="Saira"/>
                <a:sym typeface="Saira"/>
              </a:rPr>
              <a:t>Phase 1:</a:t>
            </a:r>
          </a:p>
          <a:p>
            <a:pPr marL="742950" indent="-742950" algn="just">
              <a:buFont typeface="+mj-lt"/>
              <a:buAutoNum type="arabicPeriod"/>
            </a:pPr>
            <a:r>
              <a:rPr lang="en-US" sz="4000" dirty="0">
                <a:latin typeface="Saira" panose="020B0604020202020204" charset="0"/>
                <a:ea typeface="Saira Bold"/>
                <a:cs typeface="Saira Bold"/>
                <a:sym typeface="Saira Bold"/>
              </a:rPr>
              <a:t>Group Discussion (GD)</a:t>
            </a:r>
          </a:p>
          <a:p>
            <a:pPr marL="742950" indent="-742950" algn="just">
              <a:buFont typeface="+mj-lt"/>
              <a:buAutoNum type="arabicPeriod"/>
            </a:pPr>
            <a:r>
              <a:rPr lang="en-US" sz="4000" dirty="0">
                <a:latin typeface="Saira" panose="020B0604020202020204" charset="0"/>
                <a:ea typeface="Saira Bold"/>
                <a:cs typeface="Saira Bold"/>
                <a:sym typeface="Saira Bold"/>
              </a:rPr>
              <a:t>Group Planning Exercise (GPE)</a:t>
            </a:r>
          </a:p>
          <a:p>
            <a:pPr marL="742950" indent="-742950" algn="just">
              <a:buFont typeface="+mj-lt"/>
              <a:buAutoNum type="arabicPeriod"/>
            </a:pPr>
            <a:r>
              <a:rPr lang="en-US" sz="4000" dirty="0">
                <a:latin typeface="Saira" panose="020B0604020202020204" charset="0"/>
                <a:ea typeface="Saira Bold"/>
                <a:cs typeface="Saira Bold"/>
                <a:sym typeface="Saira Bold"/>
              </a:rPr>
              <a:t>Progressive Group Task (PGT)</a:t>
            </a:r>
          </a:p>
          <a:p>
            <a:pPr marL="742950" indent="-742950" algn="just">
              <a:buFont typeface="+mj-lt"/>
              <a:buAutoNum type="arabicPeriod"/>
            </a:pPr>
            <a:r>
              <a:rPr lang="en-US" sz="4000" dirty="0">
                <a:latin typeface="Saira" panose="020B0604020202020204" charset="0"/>
                <a:ea typeface="Saira Bold"/>
                <a:cs typeface="Saira Bold"/>
                <a:sym typeface="Saira Bold"/>
              </a:rPr>
              <a:t>Group Race Obstacle (Snake race)</a:t>
            </a:r>
            <a:endParaRPr lang="en-US" sz="4000" b="1" dirty="0">
              <a:solidFill>
                <a:srgbClr val="442D26"/>
              </a:solidFill>
              <a:latin typeface="Saira"/>
              <a:ea typeface="Saira"/>
              <a:cs typeface="Saira"/>
              <a:sym typeface="Saira"/>
            </a:endParaRPr>
          </a:p>
          <a:p>
            <a:pPr marL="571500" indent="-571500" algn="just">
              <a:buFont typeface="Arial" panose="020B0604020202020204" pitchFamily="34" charset="0"/>
              <a:buChar char="•"/>
            </a:pPr>
            <a:endParaRPr lang="en-US" sz="4000" b="1" dirty="0">
              <a:solidFill>
                <a:srgbClr val="442D26"/>
              </a:solidFill>
              <a:latin typeface="Saira"/>
              <a:ea typeface="Saira"/>
              <a:cs typeface="Saira"/>
              <a:sym typeface="Saira"/>
            </a:endParaRP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4000" b="1" dirty="0">
                <a:solidFill>
                  <a:srgbClr val="442D26"/>
                </a:solidFill>
                <a:latin typeface="Saira"/>
                <a:ea typeface="Saira"/>
                <a:cs typeface="Saira"/>
                <a:sym typeface="Saira"/>
              </a:rPr>
              <a:t>Interview</a:t>
            </a:r>
          </a:p>
          <a:p>
            <a:pPr algn="just"/>
            <a:r>
              <a:rPr lang="en-US" sz="4000" b="1" dirty="0">
                <a:solidFill>
                  <a:srgbClr val="442D26"/>
                </a:solidFill>
                <a:latin typeface="Saira"/>
                <a:ea typeface="Saira"/>
                <a:cs typeface="Saira"/>
                <a:sym typeface="Saira"/>
              </a:rPr>
              <a:t>     </a:t>
            </a:r>
          </a:p>
          <a:p>
            <a:pPr algn="just"/>
            <a:r>
              <a:rPr lang="en-US" sz="4000" b="1" dirty="0">
                <a:solidFill>
                  <a:srgbClr val="442D26"/>
                </a:solidFill>
                <a:latin typeface="Saira"/>
                <a:ea typeface="Saira"/>
                <a:cs typeface="Saira"/>
                <a:sym typeface="Saira"/>
              </a:rPr>
              <a:t>     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4350B320-0418-8097-380E-2B9EFADFF519}"/>
              </a:ext>
            </a:extLst>
          </p:cNvPr>
          <p:cNvSpPr txBox="1"/>
          <p:nvPr/>
        </p:nvSpPr>
        <p:spPr>
          <a:xfrm>
            <a:off x="16679834" y="1266062"/>
            <a:ext cx="457823" cy="242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2189" dirty="0">
                <a:solidFill>
                  <a:srgbClr val="ECDDD4"/>
                </a:solidFill>
                <a:latin typeface="Saira"/>
                <a:ea typeface="Saira"/>
                <a:cs typeface="Saira"/>
                <a:sym typeface="Saira"/>
              </a:rPr>
              <a:t>06</a:t>
            </a:r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988F78CF-58A3-76F4-1786-416BD5857AC5}"/>
              </a:ext>
            </a:extLst>
          </p:cNvPr>
          <p:cNvSpPr/>
          <p:nvPr/>
        </p:nvSpPr>
        <p:spPr>
          <a:xfrm flipH="1" flipV="1">
            <a:off x="2024318" y="719454"/>
            <a:ext cx="2" cy="8081645"/>
          </a:xfrm>
          <a:prstGeom prst="line">
            <a:avLst/>
          </a:prstGeom>
          <a:ln w="9525" cap="flat">
            <a:solidFill>
              <a:srgbClr val="442D26"/>
            </a:solidFill>
            <a:prstDash val="solid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357427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EA422-9A6C-8ADD-5319-9F349333B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3">
            <a:extLst>
              <a:ext uri="{FF2B5EF4-FFF2-40B4-BE49-F238E27FC236}">
                <a16:creationId xmlns:a16="http://schemas.microsoft.com/office/drawing/2014/main" id="{4F1C54CB-0AC7-4DB2-42B1-4180143FDD03}"/>
              </a:ext>
            </a:extLst>
          </p:cNvPr>
          <p:cNvGrpSpPr/>
          <p:nvPr/>
        </p:nvGrpSpPr>
        <p:grpSpPr>
          <a:xfrm rot="-5400000">
            <a:off x="3757561" y="-4746116"/>
            <a:ext cx="10279624" cy="18781253"/>
            <a:chOff x="0" y="0"/>
            <a:chExt cx="2467632" cy="4553869"/>
          </a:xfrm>
        </p:grpSpPr>
        <p:sp>
          <p:nvSpPr>
            <p:cNvPr id="6" name="Freeform 4">
              <a:extLst>
                <a:ext uri="{FF2B5EF4-FFF2-40B4-BE49-F238E27FC236}">
                  <a16:creationId xmlns:a16="http://schemas.microsoft.com/office/drawing/2014/main" id="{2D4093C9-E497-93E5-7F9C-34D272C4C662}"/>
                </a:ext>
              </a:extLst>
            </p:cNvPr>
            <p:cNvSpPr/>
            <p:nvPr/>
          </p:nvSpPr>
          <p:spPr>
            <a:xfrm>
              <a:off x="0" y="0"/>
              <a:ext cx="2467633" cy="4553869"/>
            </a:xfrm>
            <a:custGeom>
              <a:avLst/>
              <a:gdLst/>
              <a:ahLst/>
              <a:cxnLst/>
              <a:rect l="l" t="t" r="r" b="b"/>
              <a:pathLst>
                <a:path w="2467633" h="4553869">
                  <a:moveTo>
                    <a:pt x="25616" y="0"/>
                  </a:moveTo>
                  <a:lnTo>
                    <a:pt x="2442017" y="0"/>
                  </a:lnTo>
                  <a:cubicBezTo>
                    <a:pt x="2448811" y="0"/>
                    <a:pt x="2455326" y="2699"/>
                    <a:pt x="2460130" y="7503"/>
                  </a:cubicBezTo>
                  <a:cubicBezTo>
                    <a:pt x="2464934" y="12306"/>
                    <a:pt x="2467633" y="18822"/>
                    <a:pt x="2467633" y="25616"/>
                  </a:cubicBezTo>
                  <a:lnTo>
                    <a:pt x="2467633" y="4528254"/>
                  </a:lnTo>
                  <a:cubicBezTo>
                    <a:pt x="2467633" y="4535048"/>
                    <a:pt x="2464934" y="4541563"/>
                    <a:pt x="2460130" y="4546367"/>
                  </a:cubicBezTo>
                  <a:cubicBezTo>
                    <a:pt x="2455326" y="4551171"/>
                    <a:pt x="2448811" y="4553869"/>
                    <a:pt x="2442017" y="4553869"/>
                  </a:cubicBezTo>
                  <a:lnTo>
                    <a:pt x="25616" y="4553869"/>
                  </a:lnTo>
                  <a:cubicBezTo>
                    <a:pt x="18822" y="4553869"/>
                    <a:pt x="12306" y="4551171"/>
                    <a:pt x="7503" y="4546367"/>
                  </a:cubicBezTo>
                  <a:cubicBezTo>
                    <a:pt x="2699" y="4541563"/>
                    <a:pt x="0" y="4535048"/>
                    <a:pt x="0" y="4528254"/>
                  </a:cubicBezTo>
                  <a:lnTo>
                    <a:pt x="0" y="25616"/>
                  </a:lnTo>
                  <a:cubicBezTo>
                    <a:pt x="0" y="18822"/>
                    <a:pt x="2699" y="12306"/>
                    <a:pt x="7503" y="7503"/>
                  </a:cubicBezTo>
                  <a:cubicBezTo>
                    <a:pt x="12306" y="2699"/>
                    <a:pt x="18822" y="0"/>
                    <a:pt x="25616" y="0"/>
                  </a:cubicBezTo>
                  <a:close/>
                </a:path>
              </a:pathLst>
            </a:custGeom>
            <a:solidFill>
              <a:srgbClr val="ECDDD4"/>
            </a:solidFill>
          </p:spPr>
        </p:sp>
        <p:sp>
          <p:nvSpPr>
            <p:cNvPr id="7" name="TextBox 5">
              <a:extLst>
                <a:ext uri="{FF2B5EF4-FFF2-40B4-BE49-F238E27FC236}">
                  <a16:creationId xmlns:a16="http://schemas.microsoft.com/office/drawing/2014/main" id="{073650A0-6BCC-B2DE-A353-59072D07B90B}"/>
                </a:ext>
              </a:extLst>
            </p:cNvPr>
            <p:cNvSpPr txBox="1"/>
            <p:nvPr/>
          </p:nvSpPr>
          <p:spPr>
            <a:xfrm>
              <a:off x="0" y="85725"/>
              <a:ext cx="2467632" cy="44681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20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2C288D2A-3BFD-F7A9-381E-8269F16D065C}"/>
              </a:ext>
            </a:extLst>
          </p:cNvPr>
          <p:cNvGrpSpPr/>
          <p:nvPr/>
        </p:nvGrpSpPr>
        <p:grpSpPr>
          <a:xfrm rot="-5400000">
            <a:off x="8793588" y="266736"/>
            <a:ext cx="932837" cy="19506515"/>
            <a:chOff x="0" y="0"/>
            <a:chExt cx="245685" cy="5137518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AB8EF5FB-7AFB-CA5D-C5D9-FF88E59EF61D}"/>
                </a:ext>
              </a:extLst>
            </p:cNvPr>
            <p:cNvSpPr/>
            <p:nvPr/>
          </p:nvSpPr>
          <p:spPr>
            <a:xfrm>
              <a:off x="0" y="0"/>
              <a:ext cx="245685" cy="5137519"/>
            </a:xfrm>
            <a:custGeom>
              <a:avLst/>
              <a:gdLst/>
              <a:ahLst/>
              <a:cxnLst/>
              <a:rect l="l" t="t" r="r" b="b"/>
              <a:pathLst>
                <a:path w="245685" h="5137519">
                  <a:moveTo>
                    <a:pt x="122843" y="0"/>
                  </a:moveTo>
                  <a:lnTo>
                    <a:pt x="122843" y="0"/>
                  </a:lnTo>
                  <a:cubicBezTo>
                    <a:pt x="190687" y="0"/>
                    <a:pt x="245685" y="54999"/>
                    <a:pt x="245685" y="122843"/>
                  </a:cubicBezTo>
                  <a:lnTo>
                    <a:pt x="245685" y="5014676"/>
                  </a:lnTo>
                  <a:cubicBezTo>
                    <a:pt x="245685" y="5047256"/>
                    <a:pt x="232743" y="5078501"/>
                    <a:pt x="209706" y="5101539"/>
                  </a:cubicBezTo>
                  <a:cubicBezTo>
                    <a:pt x="186668" y="5124576"/>
                    <a:pt x="155423" y="5137519"/>
                    <a:pt x="122843" y="5137519"/>
                  </a:cubicBezTo>
                  <a:lnTo>
                    <a:pt x="122843" y="5137519"/>
                  </a:lnTo>
                  <a:cubicBezTo>
                    <a:pt x="90263" y="5137519"/>
                    <a:pt x="59017" y="5124576"/>
                    <a:pt x="35980" y="5101539"/>
                  </a:cubicBezTo>
                  <a:cubicBezTo>
                    <a:pt x="12942" y="5078501"/>
                    <a:pt x="0" y="5047256"/>
                    <a:pt x="0" y="5014676"/>
                  </a:cubicBezTo>
                  <a:lnTo>
                    <a:pt x="0" y="122843"/>
                  </a:lnTo>
                  <a:cubicBezTo>
                    <a:pt x="0" y="90263"/>
                    <a:pt x="12942" y="59017"/>
                    <a:pt x="35980" y="35980"/>
                  </a:cubicBezTo>
                  <a:cubicBezTo>
                    <a:pt x="59017" y="12942"/>
                    <a:pt x="90263" y="0"/>
                    <a:pt x="122843" y="0"/>
                  </a:cubicBezTo>
                  <a:close/>
                </a:path>
              </a:pathLst>
            </a:custGeom>
            <a:solidFill>
              <a:srgbClr val="442D26"/>
            </a:solidFill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D8700A6D-55D1-793F-FB91-BE51A4A414CB}"/>
                </a:ext>
              </a:extLst>
            </p:cNvPr>
            <p:cNvSpPr txBox="1"/>
            <p:nvPr/>
          </p:nvSpPr>
          <p:spPr>
            <a:xfrm>
              <a:off x="0" y="85725"/>
              <a:ext cx="245685" cy="50517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20"/>
                </a:lnSpc>
              </a:pPr>
              <a:endParaRPr/>
            </a:p>
          </p:txBody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EDE5A2C9-7A50-7BC2-A4AB-758B62FE6812}"/>
              </a:ext>
            </a:extLst>
          </p:cNvPr>
          <p:cNvSpPr txBox="1"/>
          <p:nvPr/>
        </p:nvSpPr>
        <p:spPr>
          <a:xfrm>
            <a:off x="1295400" y="-351640"/>
            <a:ext cx="13941685" cy="10195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605"/>
              </a:lnSpc>
            </a:pPr>
            <a:r>
              <a:rPr lang="en-US" sz="5000" b="1" dirty="0">
                <a:solidFill>
                  <a:srgbClr val="442D26"/>
                </a:solidFill>
                <a:latin typeface="Saira Bold"/>
                <a:ea typeface="Saira Bold"/>
                <a:cs typeface="Saira Bold"/>
                <a:sym typeface="Saira Bold"/>
              </a:rPr>
              <a:t>Group Discussion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40483336-9925-A82F-DFE2-B89578544400}"/>
              </a:ext>
            </a:extLst>
          </p:cNvPr>
          <p:cNvSpPr txBox="1"/>
          <p:nvPr/>
        </p:nvSpPr>
        <p:spPr>
          <a:xfrm>
            <a:off x="1295400" y="822997"/>
            <a:ext cx="7307116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fontAlgn="base"/>
            <a:r>
              <a:rPr lang="en-US" sz="3000" b="1" dirty="0"/>
              <a:t>Social Issues</a:t>
            </a:r>
          </a:p>
          <a:p>
            <a:pPr fontAlgn="base"/>
            <a:r>
              <a:rPr lang="en-US" sz="3000" dirty="0"/>
              <a:t>Unemployment and Skill Development in India</a:t>
            </a:r>
          </a:p>
          <a:p>
            <a:pPr fontAlgn="base"/>
            <a:r>
              <a:rPr lang="en-US" sz="3000" dirty="0"/>
              <a:t>Mental Health Awareness in Youth</a:t>
            </a:r>
          </a:p>
          <a:p>
            <a:pPr fontAlgn="base"/>
            <a:r>
              <a:rPr lang="en-US" sz="3000" dirty="0"/>
              <a:t>The Impact of OTT Platforms on Indian Culture</a:t>
            </a:r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D9C818BD-FEAD-3AC9-5C6A-01AFD9507013}"/>
              </a:ext>
            </a:extLst>
          </p:cNvPr>
          <p:cNvSpPr/>
          <p:nvPr/>
        </p:nvSpPr>
        <p:spPr>
          <a:xfrm flipH="1" flipV="1">
            <a:off x="685800" y="715751"/>
            <a:ext cx="2" cy="8081645"/>
          </a:xfrm>
          <a:prstGeom prst="line">
            <a:avLst/>
          </a:prstGeom>
          <a:ln w="9525" cap="flat">
            <a:solidFill>
              <a:srgbClr val="442D2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TextBox 12">
            <a:extLst>
              <a:ext uri="{FF2B5EF4-FFF2-40B4-BE49-F238E27FC236}">
                <a16:creationId xmlns:a16="http://schemas.microsoft.com/office/drawing/2014/main" id="{6DB21E81-C060-DC96-4D41-63C1D408A97B}"/>
              </a:ext>
            </a:extLst>
          </p:cNvPr>
          <p:cNvSpPr txBox="1"/>
          <p:nvPr/>
        </p:nvSpPr>
        <p:spPr>
          <a:xfrm>
            <a:off x="9696077" y="775116"/>
            <a:ext cx="8463583" cy="21236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fontAlgn="base"/>
            <a:r>
              <a:rPr lang="en-US" sz="3000" b="1" dirty="0"/>
              <a:t>What should be Indias priority today</a:t>
            </a:r>
          </a:p>
          <a:p>
            <a:pPr fontAlgn="base"/>
            <a:r>
              <a:rPr lang="en-US" sz="3000" dirty="0"/>
              <a:t>Research, Development and manufacturing</a:t>
            </a:r>
          </a:p>
          <a:p>
            <a:pPr fontAlgn="base"/>
            <a:r>
              <a:rPr lang="en-US" sz="3000" dirty="0"/>
              <a:t>Employment and education</a:t>
            </a:r>
          </a:p>
          <a:p>
            <a:pPr fontAlgn="base"/>
            <a:r>
              <a:rPr lang="en-US" sz="3000" dirty="0" err="1"/>
              <a:t>Heathcare</a:t>
            </a:r>
            <a:r>
              <a:rPr lang="en-US" sz="3000" dirty="0"/>
              <a:t> facilities and better farming subsidies</a:t>
            </a:r>
            <a:br>
              <a:rPr lang="en-US" dirty="0"/>
            </a:br>
            <a:endParaRPr lang="en-US" dirty="0"/>
          </a:p>
        </p:txBody>
      </p:sp>
      <p:sp>
        <p:nvSpPr>
          <p:cNvPr id="19" name="TextBox 11">
            <a:extLst>
              <a:ext uri="{FF2B5EF4-FFF2-40B4-BE49-F238E27FC236}">
                <a16:creationId xmlns:a16="http://schemas.microsoft.com/office/drawing/2014/main" id="{9A8F3C36-E921-A721-2AA8-609A29CDCC0F}"/>
              </a:ext>
            </a:extLst>
          </p:cNvPr>
          <p:cNvSpPr txBox="1"/>
          <p:nvPr/>
        </p:nvSpPr>
        <p:spPr>
          <a:xfrm>
            <a:off x="1295399" y="2936703"/>
            <a:ext cx="13941685" cy="10195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605"/>
              </a:lnSpc>
            </a:pPr>
            <a:r>
              <a:rPr lang="en-US" sz="5000" b="1" dirty="0">
                <a:solidFill>
                  <a:srgbClr val="442D26"/>
                </a:solidFill>
                <a:latin typeface="Saira Bold"/>
                <a:ea typeface="Saira Bold"/>
                <a:cs typeface="Saira Bold"/>
                <a:sym typeface="Saira Bold"/>
              </a:rPr>
              <a:t>Group Planning Exercise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2971537-3111-7414-F253-E30D87DB45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306" y="4324442"/>
            <a:ext cx="10176638" cy="4324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5120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921C3-6DD4-5417-AA75-1C2D3BB05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3">
            <a:extLst>
              <a:ext uri="{FF2B5EF4-FFF2-40B4-BE49-F238E27FC236}">
                <a16:creationId xmlns:a16="http://schemas.microsoft.com/office/drawing/2014/main" id="{F9F5940D-C00B-986C-B624-BC0DC27C15CE}"/>
              </a:ext>
            </a:extLst>
          </p:cNvPr>
          <p:cNvGrpSpPr/>
          <p:nvPr/>
        </p:nvGrpSpPr>
        <p:grpSpPr>
          <a:xfrm rot="-5400000">
            <a:off x="3757561" y="-4746116"/>
            <a:ext cx="10279624" cy="18781253"/>
            <a:chOff x="0" y="0"/>
            <a:chExt cx="2467632" cy="4553869"/>
          </a:xfrm>
        </p:grpSpPr>
        <p:sp>
          <p:nvSpPr>
            <p:cNvPr id="6" name="Freeform 4">
              <a:extLst>
                <a:ext uri="{FF2B5EF4-FFF2-40B4-BE49-F238E27FC236}">
                  <a16:creationId xmlns:a16="http://schemas.microsoft.com/office/drawing/2014/main" id="{18458B18-3D2E-0A88-32BB-907C6A707CFA}"/>
                </a:ext>
              </a:extLst>
            </p:cNvPr>
            <p:cNvSpPr/>
            <p:nvPr/>
          </p:nvSpPr>
          <p:spPr>
            <a:xfrm>
              <a:off x="0" y="0"/>
              <a:ext cx="2467633" cy="4553869"/>
            </a:xfrm>
            <a:custGeom>
              <a:avLst/>
              <a:gdLst/>
              <a:ahLst/>
              <a:cxnLst/>
              <a:rect l="l" t="t" r="r" b="b"/>
              <a:pathLst>
                <a:path w="2467633" h="4553869">
                  <a:moveTo>
                    <a:pt x="25616" y="0"/>
                  </a:moveTo>
                  <a:lnTo>
                    <a:pt x="2442017" y="0"/>
                  </a:lnTo>
                  <a:cubicBezTo>
                    <a:pt x="2448811" y="0"/>
                    <a:pt x="2455326" y="2699"/>
                    <a:pt x="2460130" y="7503"/>
                  </a:cubicBezTo>
                  <a:cubicBezTo>
                    <a:pt x="2464934" y="12306"/>
                    <a:pt x="2467633" y="18822"/>
                    <a:pt x="2467633" y="25616"/>
                  </a:cubicBezTo>
                  <a:lnTo>
                    <a:pt x="2467633" y="4528254"/>
                  </a:lnTo>
                  <a:cubicBezTo>
                    <a:pt x="2467633" y="4535048"/>
                    <a:pt x="2464934" y="4541563"/>
                    <a:pt x="2460130" y="4546367"/>
                  </a:cubicBezTo>
                  <a:cubicBezTo>
                    <a:pt x="2455326" y="4551171"/>
                    <a:pt x="2448811" y="4553869"/>
                    <a:pt x="2442017" y="4553869"/>
                  </a:cubicBezTo>
                  <a:lnTo>
                    <a:pt x="25616" y="4553869"/>
                  </a:lnTo>
                  <a:cubicBezTo>
                    <a:pt x="18822" y="4553869"/>
                    <a:pt x="12306" y="4551171"/>
                    <a:pt x="7503" y="4546367"/>
                  </a:cubicBezTo>
                  <a:cubicBezTo>
                    <a:pt x="2699" y="4541563"/>
                    <a:pt x="0" y="4535048"/>
                    <a:pt x="0" y="4528254"/>
                  </a:cubicBezTo>
                  <a:lnTo>
                    <a:pt x="0" y="25616"/>
                  </a:lnTo>
                  <a:cubicBezTo>
                    <a:pt x="0" y="18822"/>
                    <a:pt x="2699" y="12306"/>
                    <a:pt x="7503" y="7503"/>
                  </a:cubicBezTo>
                  <a:cubicBezTo>
                    <a:pt x="12306" y="2699"/>
                    <a:pt x="18822" y="0"/>
                    <a:pt x="25616" y="0"/>
                  </a:cubicBezTo>
                  <a:close/>
                </a:path>
              </a:pathLst>
            </a:custGeom>
            <a:solidFill>
              <a:srgbClr val="ECDDD4"/>
            </a:solidFill>
          </p:spPr>
        </p:sp>
        <p:sp>
          <p:nvSpPr>
            <p:cNvPr id="7" name="TextBox 5">
              <a:extLst>
                <a:ext uri="{FF2B5EF4-FFF2-40B4-BE49-F238E27FC236}">
                  <a16:creationId xmlns:a16="http://schemas.microsoft.com/office/drawing/2014/main" id="{C0DF0F53-62D4-51C0-EE2F-0E19871A6C00}"/>
                </a:ext>
              </a:extLst>
            </p:cNvPr>
            <p:cNvSpPr txBox="1"/>
            <p:nvPr/>
          </p:nvSpPr>
          <p:spPr>
            <a:xfrm>
              <a:off x="0" y="85725"/>
              <a:ext cx="2467632" cy="44681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20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980FC3C1-EC18-AEC1-A99C-221F48F9B7F2}"/>
              </a:ext>
            </a:extLst>
          </p:cNvPr>
          <p:cNvGrpSpPr/>
          <p:nvPr/>
        </p:nvGrpSpPr>
        <p:grpSpPr>
          <a:xfrm rot="-5400000">
            <a:off x="8793588" y="266736"/>
            <a:ext cx="932837" cy="19506515"/>
            <a:chOff x="0" y="0"/>
            <a:chExt cx="245685" cy="5137518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F9CC2FA-6FE3-5CA0-A7E3-FE355304B078}"/>
                </a:ext>
              </a:extLst>
            </p:cNvPr>
            <p:cNvSpPr/>
            <p:nvPr/>
          </p:nvSpPr>
          <p:spPr>
            <a:xfrm>
              <a:off x="0" y="0"/>
              <a:ext cx="245685" cy="5137519"/>
            </a:xfrm>
            <a:custGeom>
              <a:avLst/>
              <a:gdLst/>
              <a:ahLst/>
              <a:cxnLst/>
              <a:rect l="l" t="t" r="r" b="b"/>
              <a:pathLst>
                <a:path w="245685" h="5137519">
                  <a:moveTo>
                    <a:pt x="122843" y="0"/>
                  </a:moveTo>
                  <a:lnTo>
                    <a:pt x="122843" y="0"/>
                  </a:lnTo>
                  <a:cubicBezTo>
                    <a:pt x="190687" y="0"/>
                    <a:pt x="245685" y="54999"/>
                    <a:pt x="245685" y="122843"/>
                  </a:cubicBezTo>
                  <a:lnTo>
                    <a:pt x="245685" y="5014676"/>
                  </a:lnTo>
                  <a:cubicBezTo>
                    <a:pt x="245685" y="5047256"/>
                    <a:pt x="232743" y="5078501"/>
                    <a:pt x="209706" y="5101539"/>
                  </a:cubicBezTo>
                  <a:cubicBezTo>
                    <a:pt x="186668" y="5124576"/>
                    <a:pt x="155423" y="5137519"/>
                    <a:pt x="122843" y="5137519"/>
                  </a:cubicBezTo>
                  <a:lnTo>
                    <a:pt x="122843" y="5137519"/>
                  </a:lnTo>
                  <a:cubicBezTo>
                    <a:pt x="90263" y="5137519"/>
                    <a:pt x="59017" y="5124576"/>
                    <a:pt x="35980" y="5101539"/>
                  </a:cubicBezTo>
                  <a:cubicBezTo>
                    <a:pt x="12942" y="5078501"/>
                    <a:pt x="0" y="5047256"/>
                    <a:pt x="0" y="5014676"/>
                  </a:cubicBezTo>
                  <a:lnTo>
                    <a:pt x="0" y="122843"/>
                  </a:lnTo>
                  <a:cubicBezTo>
                    <a:pt x="0" y="90263"/>
                    <a:pt x="12942" y="59017"/>
                    <a:pt x="35980" y="35980"/>
                  </a:cubicBezTo>
                  <a:cubicBezTo>
                    <a:pt x="59017" y="12942"/>
                    <a:pt x="90263" y="0"/>
                    <a:pt x="122843" y="0"/>
                  </a:cubicBezTo>
                  <a:close/>
                </a:path>
              </a:pathLst>
            </a:custGeom>
            <a:solidFill>
              <a:srgbClr val="442D26"/>
            </a:solidFill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3A81BF6D-B352-4394-09B9-C8E63B9C28FE}"/>
                </a:ext>
              </a:extLst>
            </p:cNvPr>
            <p:cNvSpPr txBox="1"/>
            <p:nvPr/>
          </p:nvSpPr>
          <p:spPr>
            <a:xfrm>
              <a:off x="0" y="85725"/>
              <a:ext cx="245685" cy="50517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20"/>
                </a:lnSpc>
              </a:pPr>
              <a:endParaRPr/>
            </a:p>
          </p:txBody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123B97E0-063C-435C-9050-EEAFC83E5680}"/>
              </a:ext>
            </a:extLst>
          </p:cNvPr>
          <p:cNvSpPr txBox="1"/>
          <p:nvPr/>
        </p:nvSpPr>
        <p:spPr>
          <a:xfrm>
            <a:off x="1295400" y="-351640"/>
            <a:ext cx="13941685" cy="10195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605"/>
              </a:lnSpc>
            </a:pPr>
            <a:r>
              <a:rPr lang="en-US" sz="5000" b="1">
                <a:solidFill>
                  <a:srgbClr val="442D26"/>
                </a:solidFill>
                <a:latin typeface="Saira Bold"/>
                <a:ea typeface="Saira Bold"/>
                <a:cs typeface="Saira Bold"/>
                <a:sym typeface="Saira Bold"/>
              </a:rPr>
              <a:t>PGT</a:t>
            </a:r>
            <a:endParaRPr lang="en-US" sz="5000" b="1" dirty="0">
              <a:solidFill>
                <a:srgbClr val="442D26"/>
              </a:solidFill>
              <a:latin typeface="Saira Bold"/>
              <a:ea typeface="Saira Bold"/>
              <a:cs typeface="Saira Bold"/>
              <a:sym typeface="Saira Bold"/>
            </a:endParaRPr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E37B1801-9B2A-90F4-6FFB-F8C0E6255F66}"/>
              </a:ext>
            </a:extLst>
          </p:cNvPr>
          <p:cNvSpPr/>
          <p:nvPr/>
        </p:nvSpPr>
        <p:spPr>
          <a:xfrm flipH="1" flipV="1">
            <a:off x="685800" y="715751"/>
            <a:ext cx="2" cy="8081645"/>
          </a:xfrm>
          <a:prstGeom prst="line">
            <a:avLst/>
          </a:prstGeom>
          <a:ln w="9525" cap="flat">
            <a:solidFill>
              <a:srgbClr val="442D26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E9A36AA-E32F-5796-0100-EAD25BB5EA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839801"/>
            <a:ext cx="16002000" cy="7760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9724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74D1E-AAFF-C0AB-C02D-7B04CD999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3">
            <a:extLst>
              <a:ext uri="{FF2B5EF4-FFF2-40B4-BE49-F238E27FC236}">
                <a16:creationId xmlns:a16="http://schemas.microsoft.com/office/drawing/2014/main" id="{AB1F0434-1B9F-FFF9-350A-3B1EFB894C37}"/>
              </a:ext>
            </a:extLst>
          </p:cNvPr>
          <p:cNvGrpSpPr/>
          <p:nvPr/>
        </p:nvGrpSpPr>
        <p:grpSpPr>
          <a:xfrm rot="-5400000">
            <a:off x="3757561" y="-4746116"/>
            <a:ext cx="10279624" cy="18781253"/>
            <a:chOff x="0" y="0"/>
            <a:chExt cx="2467632" cy="4553869"/>
          </a:xfrm>
        </p:grpSpPr>
        <p:sp>
          <p:nvSpPr>
            <p:cNvPr id="6" name="Freeform 4">
              <a:extLst>
                <a:ext uri="{FF2B5EF4-FFF2-40B4-BE49-F238E27FC236}">
                  <a16:creationId xmlns:a16="http://schemas.microsoft.com/office/drawing/2014/main" id="{D54723C4-F774-39E3-8C36-F130AE25BFA5}"/>
                </a:ext>
              </a:extLst>
            </p:cNvPr>
            <p:cNvSpPr/>
            <p:nvPr/>
          </p:nvSpPr>
          <p:spPr>
            <a:xfrm>
              <a:off x="0" y="0"/>
              <a:ext cx="2467633" cy="4553869"/>
            </a:xfrm>
            <a:custGeom>
              <a:avLst/>
              <a:gdLst/>
              <a:ahLst/>
              <a:cxnLst/>
              <a:rect l="l" t="t" r="r" b="b"/>
              <a:pathLst>
                <a:path w="2467633" h="4553869">
                  <a:moveTo>
                    <a:pt x="25616" y="0"/>
                  </a:moveTo>
                  <a:lnTo>
                    <a:pt x="2442017" y="0"/>
                  </a:lnTo>
                  <a:cubicBezTo>
                    <a:pt x="2448811" y="0"/>
                    <a:pt x="2455326" y="2699"/>
                    <a:pt x="2460130" y="7503"/>
                  </a:cubicBezTo>
                  <a:cubicBezTo>
                    <a:pt x="2464934" y="12306"/>
                    <a:pt x="2467633" y="18822"/>
                    <a:pt x="2467633" y="25616"/>
                  </a:cubicBezTo>
                  <a:lnTo>
                    <a:pt x="2467633" y="4528254"/>
                  </a:lnTo>
                  <a:cubicBezTo>
                    <a:pt x="2467633" y="4535048"/>
                    <a:pt x="2464934" y="4541563"/>
                    <a:pt x="2460130" y="4546367"/>
                  </a:cubicBezTo>
                  <a:cubicBezTo>
                    <a:pt x="2455326" y="4551171"/>
                    <a:pt x="2448811" y="4553869"/>
                    <a:pt x="2442017" y="4553869"/>
                  </a:cubicBezTo>
                  <a:lnTo>
                    <a:pt x="25616" y="4553869"/>
                  </a:lnTo>
                  <a:cubicBezTo>
                    <a:pt x="18822" y="4553869"/>
                    <a:pt x="12306" y="4551171"/>
                    <a:pt x="7503" y="4546367"/>
                  </a:cubicBezTo>
                  <a:cubicBezTo>
                    <a:pt x="2699" y="4541563"/>
                    <a:pt x="0" y="4535048"/>
                    <a:pt x="0" y="4528254"/>
                  </a:cubicBezTo>
                  <a:lnTo>
                    <a:pt x="0" y="25616"/>
                  </a:lnTo>
                  <a:cubicBezTo>
                    <a:pt x="0" y="18822"/>
                    <a:pt x="2699" y="12306"/>
                    <a:pt x="7503" y="7503"/>
                  </a:cubicBezTo>
                  <a:cubicBezTo>
                    <a:pt x="12306" y="2699"/>
                    <a:pt x="18822" y="0"/>
                    <a:pt x="25616" y="0"/>
                  </a:cubicBezTo>
                  <a:close/>
                </a:path>
              </a:pathLst>
            </a:custGeom>
            <a:solidFill>
              <a:srgbClr val="ECDDD4"/>
            </a:solidFill>
          </p:spPr>
        </p:sp>
        <p:sp>
          <p:nvSpPr>
            <p:cNvPr id="7" name="TextBox 5">
              <a:extLst>
                <a:ext uri="{FF2B5EF4-FFF2-40B4-BE49-F238E27FC236}">
                  <a16:creationId xmlns:a16="http://schemas.microsoft.com/office/drawing/2014/main" id="{EB4F0CD5-CCDA-3DD0-F757-95A3FFF1B7E1}"/>
                </a:ext>
              </a:extLst>
            </p:cNvPr>
            <p:cNvSpPr txBox="1"/>
            <p:nvPr/>
          </p:nvSpPr>
          <p:spPr>
            <a:xfrm>
              <a:off x="0" y="85725"/>
              <a:ext cx="2467632" cy="44681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20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94C05E96-1828-0CE3-1113-FA32B343A74F}"/>
              </a:ext>
            </a:extLst>
          </p:cNvPr>
          <p:cNvGrpSpPr/>
          <p:nvPr/>
        </p:nvGrpSpPr>
        <p:grpSpPr>
          <a:xfrm rot="-5400000">
            <a:off x="8793588" y="266736"/>
            <a:ext cx="932837" cy="19506515"/>
            <a:chOff x="0" y="0"/>
            <a:chExt cx="245685" cy="5137518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D3B01F36-4C47-A5D4-6B36-CBC53024302E}"/>
                </a:ext>
              </a:extLst>
            </p:cNvPr>
            <p:cNvSpPr/>
            <p:nvPr/>
          </p:nvSpPr>
          <p:spPr>
            <a:xfrm>
              <a:off x="0" y="0"/>
              <a:ext cx="245685" cy="5137519"/>
            </a:xfrm>
            <a:custGeom>
              <a:avLst/>
              <a:gdLst/>
              <a:ahLst/>
              <a:cxnLst/>
              <a:rect l="l" t="t" r="r" b="b"/>
              <a:pathLst>
                <a:path w="245685" h="5137519">
                  <a:moveTo>
                    <a:pt x="122843" y="0"/>
                  </a:moveTo>
                  <a:lnTo>
                    <a:pt x="122843" y="0"/>
                  </a:lnTo>
                  <a:cubicBezTo>
                    <a:pt x="190687" y="0"/>
                    <a:pt x="245685" y="54999"/>
                    <a:pt x="245685" y="122843"/>
                  </a:cubicBezTo>
                  <a:lnTo>
                    <a:pt x="245685" y="5014676"/>
                  </a:lnTo>
                  <a:cubicBezTo>
                    <a:pt x="245685" y="5047256"/>
                    <a:pt x="232743" y="5078501"/>
                    <a:pt x="209706" y="5101539"/>
                  </a:cubicBezTo>
                  <a:cubicBezTo>
                    <a:pt x="186668" y="5124576"/>
                    <a:pt x="155423" y="5137519"/>
                    <a:pt x="122843" y="5137519"/>
                  </a:cubicBezTo>
                  <a:lnTo>
                    <a:pt x="122843" y="5137519"/>
                  </a:lnTo>
                  <a:cubicBezTo>
                    <a:pt x="90263" y="5137519"/>
                    <a:pt x="59017" y="5124576"/>
                    <a:pt x="35980" y="5101539"/>
                  </a:cubicBezTo>
                  <a:cubicBezTo>
                    <a:pt x="12942" y="5078501"/>
                    <a:pt x="0" y="5047256"/>
                    <a:pt x="0" y="5014676"/>
                  </a:cubicBezTo>
                  <a:lnTo>
                    <a:pt x="0" y="122843"/>
                  </a:lnTo>
                  <a:cubicBezTo>
                    <a:pt x="0" y="90263"/>
                    <a:pt x="12942" y="59017"/>
                    <a:pt x="35980" y="35980"/>
                  </a:cubicBezTo>
                  <a:cubicBezTo>
                    <a:pt x="59017" y="12942"/>
                    <a:pt x="90263" y="0"/>
                    <a:pt x="122843" y="0"/>
                  </a:cubicBezTo>
                  <a:close/>
                </a:path>
              </a:pathLst>
            </a:custGeom>
            <a:solidFill>
              <a:srgbClr val="442D26"/>
            </a:solidFill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E8100F84-2AD1-2CDD-4506-1608501F4480}"/>
                </a:ext>
              </a:extLst>
            </p:cNvPr>
            <p:cNvSpPr txBox="1"/>
            <p:nvPr/>
          </p:nvSpPr>
          <p:spPr>
            <a:xfrm>
              <a:off x="0" y="85725"/>
              <a:ext cx="245685" cy="50517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20"/>
                </a:lnSpc>
              </a:pPr>
              <a:endParaRPr/>
            </a:p>
          </p:txBody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546E422C-6D25-E500-65CD-713DEDC5DC1E}"/>
              </a:ext>
            </a:extLst>
          </p:cNvPr>
          <p:cNvSpPr txBox="1"/>
          <p:nvPr/>
        </p:nvSpPr>
        <p:spPr>
          <a:xfrm>
            <a:off x="1295400" y="-351640"/>
            <a:ext cx="13941685" cy="10195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605"/>
              </a:lnSpc>
            </a:pPr>
            <a:r>
              <a:rPr lang="en-US" sz="5000" b="1" dirty="0">
                <a:solidFill>
                  <a:srgbClr val="442D26"/>
                </a:solidFill>
                <a:latin typeface="Saira Bold"/>
                <a:ea typeface="Saira Bold"/>
                <a:cs typeface="Saira Bold"/>
                <a:sym typeface="Saira Bold"/>
              </a:rPr>
              <a:t>Group Race Obstacle (Snake Race)</a:t>
            </a:r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34A069B3-32AE-D5CD-BC09-B6E092E11E49}"/>
              </a:ext>
            </a:extLst>
          </p:cNvPr>
          <p:cNvSpPr/>
          <p:nvPr/>
        </p:nvSpPr>
        <p:spPr>
          <a:xfrm flipH="1" flipV="1">
            <a:off x="685800" y="715751"/>
            <a:ext cx="2" cy="8081645"/>
          </a:xfrm>
          <a:prstGeom prst="line">
            <a:avLst/>
          </a:prstGeom>
          <a:ln w="9525" cap="flat">
            <a:solidFill>
              <a:srgbClr val="442D26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399DD53-A1D7-6CFE-91B0-C8EF72A098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800" y="911560"/>
            <a:ext cx="4218644" cy="389171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D541A3A-B7D3-D817-BA15-7A6F4CF182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11200" y="911560"/>
            <a:ext cx="4301025" cy="389171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17E2DB2-2E1F-266A-F61B-5546068358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6375" y="5143499"/>
            <a:ext cx="4301020" cy="389171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5502B61-D3BA-6A51-6B50-04BB16C36D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2800" y="5143500"/>
            <a:ext cx="4218644" cy="389171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0998767-9AD0-3FBB-D107-813DF667AD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90467" y="5143500"/>
            <a:ext cx="4301025" cy="3891714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17109AA-38A2-39E4-C31C-D3523A86207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66375" y="911560"/>
            <a:ext cx="4301025" cy="3891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203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37FA9A-18B7-A4F8-1F27-FC58CA6A5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94A0666-F74F-49D9-D216-CA4FF4415B84}"/>
              </a:ext>
            </a:extLst>
          </p:cNvPr>
          <p:cNvSpPr/>
          <p:nvPr/>
        </p:nvSpPr>
        <p:spPr>
          <a:xfrm rot="16200000">
            <a:off x="3757562" y="-4822312"/>
            <a:ext cx="10279628" cy="18781253"/>
          </a:xfrm>
          <a:custGeom>
            <a:avLst/>
            <a:gdLst/>
            <a:ahLst/>
            <a:cxnLst/>
            <a:rect l="l" t="t" r="r" b="b"/>
            <a:pathLst>
              <a:path w="2467633" h="4553869">
                <a:moveTo>
                  <a:pt x="25616" y="0"/>
                </a:moveTo>
                <a:lnTo>
                  <a:pt x="2442017" y="0"/>
                </a:lnTo>
                <a:cubicBezTo>
                  <a:pt x="2448811" y="0"/>
                  <a:pt x="2455326" y="2699"/>
                  <a:pt x="2460130" y="7503"/>
                </a:cubicBezTo>
                <a:cubicBezTo>
                  <a:pt x="2464934" y="12306"/>
                  <a:pt x="2467633" y="18822"/>
                  <a:pt x="2467633" y="25616"/>
                </a:cubicBezTo>
                <a:lnTo>
                  <a:pt x="2467633" y="4528254"/>
                </a:lnTo>
                <a:cubicBezTo>
                  <a:pt x="2467633" y="4535048"/>
                  <a:pt x="2464934" y="4541563"/>
                  <a:pt x="2460130" y="4546367"/>
                </a:cubicBezTo>
                <a:cubicBezTo>
                  <a:pt x="2455326" y="4551171"/>
                  <a:pt x="2448811" y="4553869"/>
                  <a:pt x="2442017" y="4553869"/>
                </a:cubicBezTo>
                <a:lnTo>
                  <a:pt x="25616" y="4553869"/>
                </a:lnTo>
                <a:cubicBezTo>
                  <a:pt x="18822" y="4553869"/>
                  <a:pt x="12306" y="4551171"/>
                  <a:pt x="7503" y="4546367"/>
                </a:cubicBezTo>
                <a:cubicBezTo>
                  <a:pt x="2699" y="4541563"/>
                  <a:pt x="0" y="4535048"/>
                  <a:pt x="0" y="4528254"/>
                </a:cubicBezTo>
                <a:lnTo>
                  <a:pt x="0" y="25616"/>
                </a:lnTo>
                <a:cubicBezTo>
                  <a:pt x="0" y="18822"/>
                  <a:pt x="2699" y="12306"/>
                  <a:pt x="7503" y="7503"/>
                </a:cubicBezTo>
                <a:cubicBezTo>
                  <a:pt x="12306" y="2699"/>
                  <a:pt x="18822" y="0"/>
                  <a:pt x="25616" y="0"/>
                </a:cubicBezTo>
                <a:close/>
              </a:path>
            </a:pathLst>
          </a:custGeom>
          <a:solidFill>
            <a:srgbClr val="ECDDD4"/>
          </a:solidFill>
        </p:spPr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C4501CA6-D7E5-865E-FF44-EFCA7EB2E7A9}"/>
              </a:ext>
            </a:extLst>
          </p:cNvPr>
          <p:cNvGrpSpPr/>
          <p:nvPr/>
        </p:nvGrpSpPr>
        <p:grpSpPr>
          <a:xfrm rot="-5400000">
            <a:off x="15353500" y="-158697"/>
            <a:ext cx="3110490" cy="633626"/>
            <a:chOff x="0" y="0"/>
            <a:chExt cx="819224" cy="166881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A29A6A1-2E1F-B16E-840D-B99ADBB13221}"/>
                </a:ext>
              </a:extLst>
            </p:cNvPr>
            <p:cNvSpPr/>
            <p:nvPr/>
          </p:nvSpPr>
          <p:spPr>
            <a:xfrm>
              <a:off x="0" y="0"/>
              <a:ext cx="819224" cy="166881"/>
            </a:xfrm>
            <a:custGeom>
              <a:avLst/>
              <a:gdLst/>
              <a:ahLst/>
              <a:cxnLst/>
              <a:rect l="l" t="t" r="r" b="b"/>
              <a:pathLst>
                <a:path w="819224" h="166881">
                  <a:moveTo>
                    <a:pt x="37335" y="0"/>
                  </a:moveTo>
                  <a:lnTo>
                    <a:pt x="781889" y="0"/>
                  </a:lnTo>
                  <a:cubicBezTo>
                    <a:pt x="791791" y="0"/>
                    <a:pt x="801287" y="3933"/>
                    <a:pt x="808289" y="10935"/>
                  </a:cubicBezTo>
                  <a:cubicBezTo>
                    <a:pt x="815290" y="17937"/>
                    <a:pt x="819224" y="27433"/>
                    <a:pt x="819224" y="37335"/>
                  </a:cubicBezTo>
                  <a:lnTo>
                    <a:pt x="819224" y="129546"/>
                  </a:lnTo>
                  <a:cubicBezTo>
                    <a:pt x="819224" y="139448"/>
                    <a:pt x="815290" y="148944"/>
                    <a:pt x="808289" y="155946"/>
                  </a:cubicBezTo>
                  <a:cubicBezTo>
                    <a:pt x="801287" y="162948"/>
                    <a:pt x="791791" y="166881"/>
                    <a:pt x="781889" y="166881"/>
                  </a:cubicBezTo>
                  <a:lnTo>
                    <a:pt x="37335" y="166881"/>
                  </a:lnTo>
                  <a:cubicBezTo>
                    <a:pt x="16715" y="166881"/>
                    <a:pt x="0" y="150166"/>
                    <a:pt x="0" y="129546"/>
                  </a:cubicBezTo>
                  <a:lnTo>
                    <a:pt x="0" y="37335"/>
                  </a:lnTo>
                  <a:cubicBezTo>
                    <a:pt x="0" y="27433"/>
                    <a:pt x="3933" y="17937"/>
                    <a:pt x="10935" y="10935"/>
                  </a:cubicBezTo>
                  <a:cubicBezTo>
                    <a:pt x="17937" y="3933"/>
                    <a:pt x="27433" y="0"/>
                    <a:pt x="37335" y="0"/>
                  </a:cubicBezTo>
                  <a:close/>
                </a:path>
              </a:pathLst>
            </a:custGeom>
            <a:solidFill>
              <a:srgbClr val="442D26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09406E91-B478-C066-EAC1-A0FA21651B11}"/>
                </a:ext>
              </a:extLst>
            </p:cNvPr>
            <p:cNvSpPr txBox="1"/>
            <p:nvPr/>
          </p:nvSpPr>
          <p:spPr>
            <a:xfrm>
              <a:off x="0" y="85725"/>
              <a:ext cx="819224" cy="811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20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271D5A9F-CF1D-8C16-6818-B2084B748531}"/>
              </a:ext>
            </a:extLst>
          </p:cNvPr>
          <p:cNvGrpSpPr/>
          <p:nvPr/>
        </p:nvGrpSpPr>
        <p:grpSpPr>
          <a:xfrm rot="-5400000">
            <a:off x="8793588" y="266736"/>
            <a:ext cx="932837" cy="19506515"/>
            <a:chOff x="0" y="0"/>
            <a:chExt cx="245685" cy="5137518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C575BF62-DFBD-2391-C6BA-9E5F2034232C}"/>
                </a:ext>
              </a:extLst>
            </p:cNvPr>
            <p:cNvSpPr/>
            <p:nvPr/>
          </p:nvSpPr>
          <p:spPr>
            <a:xfrm>
              <a:off x="0" y="0"/>
              <a:ext cx="245685" cy="5137519"/>
            </a:xfrm>
            <a:custGeom>
              <a:avLst/>
              <a:gdLst/>
              <a:ahLst/>
              <a:cxnLst/>
              <a:rect l="l" t="t" r="r" b="b"/>
              <a:pathLst>
                <a:path w="245685" h="5137519">
                  <a:moveTo>
                    <a:pt x="122843" y="0"/>
                  </a:moveTo>
                  <a:lnTo>
                    <a:pt x="122843" y="0"/>
                  </a:lnTo>
                  <a:cubicBezTo>
                    <a:pt x="190687" y="0"/>
                    <a:pt x="245685" y="54999"/>
                    <a:pt x="245685" y="122843"/>
                  </a:cubicBezTo>
                  <a:lnTo>
                    <a:pt x="245685" y="5014676"/>
                  </a:lnTo>
                  <a:cubicBezTo>
                    <a:pt x="245685" y="5047256"/>
                    <a:pt x="232743" y="5078501"/>
                    <a:pt x="209706" y="5101539"/>
                  </a:cubicBezTo>
                  <a:cubicBezTo>
                    <a:pt x="186668" y="5124576"/>
                    <a:pt x="155423" y="5137519"/>
                    <a:pt x="122843" y="5137519"/>
                  </a:cubicBezTo>
                  <a:lnTo>
                    <a:pt x="122843" y="5137519"/>
                  </a:lnTo>
                  <a:cubicBezTo>
                    <a:pt x="90263" y="5137519"/>
                    <a:pt x="59017" y="5124576"/>
                    <a:pt x="35980" y="5101539"/>
                  </a:cubicBezTo>
                  <a:cubicBezTo>
                    <a:pt x="12942" y="5078501"/>
                    <a:pt x="0" y="5047256"/>
                    <a:pt x="0" y="5014676"/>
                  </a:cubicBezTo>
                  <a:lnTo>
                    <a:pt x="0" y="122843"/>
                  </a:lnTo>
                  <a:cubicBezTo>
                    <a:pt x="0" y="90263"/>
                    <a:pt x="12942" y="59017"/>
                    <a:pt x="35980" y="35980"/>
                  </a:cubicBezTo>
                  <a:cubicBezTo>
                    <a:pt x="59017" y="12942"/>
                    <a:pt x="90263" y="0"/>
                    <a:pt x="122843" y="0"/>
                  </a:cubicBezTo>
                  <a:close/>
                </a:path>
              </a:pathLst>
            </a:custGeom>
            <a:solidFill>
              <a:srgbClr val="442D26"/>
            </a:solidFill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FBA50DB8-0C1F-865B-E4F9-194994FBCBE7}"/>
                </a:ext>
              </a:extLst>
            </p:cNvPr>
            <p:cNvSpPr txBox="1"/>
            <p:nvPr/>
          </p:nvSpPr>
          <p:spPr>
            <a:xfrm>
              <a:off x="0" y="85725"/>
              <a:ext cx="245685" cy="50517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20"/>
                </a:lnSpc>
              </a:pPr>
              <a:endParaRPr/>
            </a:p>
          </p:txBody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CDAA7877-8688-614B-9AE7-4F800F5F3603}"/>
              </a:ext>
            </a:extLst>
          </p:cNvPr>
          <p:cNvSpPr txBox="1"/>
          <p:nvPr/>
        </p:nvSpPr>
        <p:spPr>
          <a:xfrm>
            <a:off x="2321994" y="876300"/>
            <a:ext cx="13941685" cy="11733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605"/>
              </a:lnSpc>
            </a:pPr>
            <a:r>
              <a:rPr lang="en-US" sz="9000" b="1" dirty="0">
                <a:solidFill>
                  <a:srgbClr val="442D26"/>
                </a:solidFill>
                <a:latin typeface="Saira Bold"/>
                <a:ea typeface="Saira Bold"/>
                <a:cs typeface="Saira Bold"/>
                <a:sym typeface="Saira Bold"/>
              </a:rPr>
              <a:t>Day 4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3E0F9335-CFE0-C024-7436-8C87223364C0}"/>
              </a:ext>
            </a:extLst>
          </p:cNvPr>
          <p:cNvSpPr txBox="1"/>
          <p:nvPr/>
        </p:nvSpPr>
        <p:spPr>
          <a:xfrm>
            <a:off x="2436935" y="2123112"/>
            <a:ext cx="14788623" cy="80021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4000" b="1" dirty="0">
                <a:solidFill>
                  <a:srgbClr val="442D26"/>
                </a:solidFill>
                <a:latin typeface="Saira"/>
                <a:ea typeface="Saira"/>
                <a:cs typeface="Saira"/>
                <a:sym typeface="Saira"/>
              </a:rPr>
              <a:t>GTO task</a:t>
            </a:r>
          </a:p>
          <a:p>
            <a:pPr algn="just"/>
            <a:r>
              <a:rPr lang="en-US" sz="4000" b="1" dirty="0">
                <a:solidFill>
                  <a:srgbClr val="442D26"/>
                </a:solidFill>
                <a:latin typeface="Saira"/>
                <a:ea typeface="Saira"/>
                <a:cs typeface="Saira"/>
                <a:sym typeface="Saira"/>
              </a:rPr>
              <a:t>     </a:t>
            </a:r>
          </a:p>
          <a:p>
            <a:pPr algn="just"/>
            <a:r>
              <a:rPr lang="en-US" sz="4000" dirty="0">
                <a:latin typeface="Saira" panose="020B0604020202020204" charset="0"/>
                <a:ea typeface="Saira"/>
                <a:cs typeface="Saira"/>
                <a:sym typeface="Saira"/>
              </a:rPr>
              <a:t>Phase 2:</a:t>
            </a:r>
          </a:p>
          <a:p>
            <a:pPr marL="742950" indent="-742950" algn="just">
              <a:buFont typeface="+mj-lt"/>
              <a:buAutoNum type="arabicPeriod" startAt="5"/>
            </a:pPr>
            <a:r>
              <a:rPr lang="en-US" sz="4000" dirty="0">
                <a:latin typeface="Saira" panose="020B0604020202020204" charset="0"/>
                <a:ea typeface="Saira Bold"/>
                <a:cs typeface="Saira Bold"/>
                <a:sym typeface="Saira Bold"/>
              </a:rPr>
              <a:t>Half Group task (HGT)</a:t>
            </a:r>
          </a:p>
          <a:p>
            <a:pPr marL="742950" indent="-742950" algn="just">
              <a:buFont typeface="+mj-lt"/>
              <a:buAutoNum type="arabicPeriod" startAt="5"/>
            </a:pPr>
            <a:r>
              <a:rPr lang="en-US" sz="4000" dirty="0">
                <a:latin typeface="Saira" panose="020B0604020202020204" charset="0"/>
                <a:ea typeface="Saira Bold"/>
                <a:cs typeface="Saira Bold"/>
                <a:sym typeface="Saira Bold"/>
              </a:rPr>
              <a:t>Individual Obstacle </a:t>
            </a:r>
          </a:p>
          <a:p>
            <a:pPr marL="742950" indent="-742950" algn="just">
              <a:buFont typeface="+mj-lt"/>
              <a:buAutoNum type="arabicPeriod" startAt="5"/>
            </a:pPr>
            <a:r>
              <a:rPr lang="en-US" sz="4000" dirty="0">
                <a:latin typeface="Saira" panose="020B0604020202020204" charset="0"/>
                <a:ea typeface="Saira Bold"/>
                <a:cs typeface="Saira Bold"/>
                <a:sym typeface="Saira Bold"/>
              </a:rPr>
              <a:t>Lecturette </a:t>
            </a:r>
          </a:p>
          <a:p>
            <a:pPr marL="742950" indent="-742950" algn="just">
              <a:buFont typeface="+mj-lt"/>
              <a:buAutoNum type="arabicPeriod" startAt="5"/>
            </a:pPr>
            <a:r>
              <a:rPr lang="en-US" sz="4000" dirty="0">
                <a:latin typeface="Saira" panose="020B0604020202020204" charset="0"/>
                <a:ea typeface="Saira Bold"/>
                <a:cs typeface="Saira Bold"/>
                <a:sym typeface="Saira Bold"/>
              </a:rPr>
              <a:t>Command Task</a:t>
            </a:r>
          </a:p>
          <a:p>
            <a:pPr marL="742950" indent="-742950" algn="just">
              <a:buFont typeface="+mj-lt"/>
              <a:buAutoNum type="arabicPeriod" startAt="5"/>
            </a:pPr>
            <a:r>
              <a:rPr lang="en-US" sz="4000" dirty="0">
                <a:latin typeface="Saira" panose="020B0604020202020204" charset="0"/>
                <a:ea typeface="Saira Bold"/>
                <a:cs typeface="Saira Bold"/>
                <a:sym typeface="Saira Bold"/>
              </a:rPr>
              <a:t>Full Group task (FGT)</a:t>
            </a:r>
            <a:endParaRPr lang="en-US" sz="4000" b="1" dirty="0">
              <a:solidFill>
                <a:srgbClr val="442D26"/>
              </a:solidFill>
              <a:latin typeface="Saira"/>
              <a:ea typeface="Saira"/>
              <a:cs typeface="Saira"/>
              <a:sym typeface="Saira"/>
            </a:endParaRPr>
          </a:p>
          <a:p>
            <a:pPr marL="571500" indent="-571500" algn="just">
              <a:buFont typeface="Arial" panose="020B0604020202020204" pitchFamily="34" charset="0"/>
              <a:buChar char="•"/>
            </a:pPr>
            <a:endParaRPr lang="en-US" sz="4000" b="1" dirty="0">
              <a:solidFill>
                <a:srgbClr val="442D26"/>
              </a:solidFill>
              <a:latin typeface="Saira"/>
              <a:ea typeface="Saira"/>
              <a:cs typeface="Saira"/>
              <a:sym typeface="Saira"/>
            </a:endParaRP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4000" b="1" dirty="0">
                <a:solidFill>
                  <a:srgbClr val="442D26"/>
                </a:solidFill>
                <a:latin typeface="Saira"/>
                <a:ea typeface="Saira"/>
                <a:cs typeface="Saira"/>
                <a:sym typeface="Saira"/>
              </a:rPr>
              <a:t>Interview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endParaRPr lang="en-US" sz="4000" b="1" dirty="0">
              <a:solidFill>
                <a:srgbClr val="442D26"/>
              </a:solidFill>
              <a:latin typeface="Saira"/>
              <a:ea typeface="Saira"/>
              <a:cs typeface="Saira"/>
              <a:sym typeface="Saira"/>
            </a:endParaRPr>
          </a:p>
          <a:p>
            <a:pPr algn="just"/>
            <a:r>
              <a:rPr lang="en-US" sz="4000" b="1" dirty="0">
                <a:solidFill>
                  <a:srgbClr val="442D26"/>
                </a:solidFill>
                <a:latin typeface="Saira"/>
                <a:ea typeface="Saira"/>
                <a:cs typeface="Saira"/>
                <a:sym typeface="Saira"/>
              </a:rPr>
              <a:t>     </a:t>
            </a:r>
          </a:p>
          <a:p>
            <a:pPr algn="just"/>
            <a:r>
              <a:rPr lang="en-US" sz="4000" b="1" dirty="0">
                <a:solidFill>
                  <a:srgbClr val="442D26"/>
                </a:solidFill>
                <a:latin typeface="Saira"/>
                <a:ea typeface="Saira"/>
                <a:cs typeface="Saira"/>
                <a:sym typeface="Saira"/>
              </a:rPr>
              <a:t>     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1E4AFC50-0470-2436-4EA4-EB49E930858D}"/>
              </a:ext>
            </a:extLst>
          </p:cNvPr>
          <p:cNvSpPr txBox="1"/>
          <p:nvPr/>
        </p:nvSpPr>
        <p:spPr>
          <a:xfrm>
            <a:off x="16679834" y="1266062"/>
            <a:ext cx="457823" cy="242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2189" dirty="0">
                <a:solidFill>
                  <a:srgbClr val="ECDDD4"/>
                </a:solidFill>
                <a:latin typeface="Saira"/>
                <a:ea typeface="Saira"/>
                <a:cs typeface="Saira"/>
                <a:sym typeface="Saira"/>
              </a:rPr>
              <a:t>07</a:t>
            </a:r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99E51CBA-3968-5BA5-877D-3B7B2BE2D4F3}"/>
              </a:ext>
            </a:extLst>
          </p:cNvPr>
          <p:cNvSpPr/>
          <p:nvPr/>
        </p:nvSpPr>
        <p:spPr>
          <a:xfrm flipH="1" flipV="1">
            <a:off x="2024318" y="719454"/>
            <a:ext cx="2" cy="8081645"/>
          </a:xfrm>
          <a:prstGeom prst="line">
            <a:avLst/>
          </a:prstGeom>
          <a:ln w="9525" cap="flat">
            <a:solidFill>
              <a:srgbClr val="442D26"/>
            </a:solidFill>
            <a:prstDash val="solid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850880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81CCF-BC21-D11B-DAFE-F2503B40D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3">
            <a:extLst>
              <a:ext uri="{FF2B5EF4-FFF2-40B4-BE49-F238E27FC236}">
                <a16:creationId xmlns:a16="http://schemas.microsoft.com/office/drawing/2014/main" id="{14162E2C-F242-EBC3-5CCE-AFC11FD397FC}"/>
              </a:ext>
            </a:extLst>
          </p:cNvPr>
          <p:cNvGrpSpPr/>
          <p:nvPr/>
        </p:nvGrpSpPr>
        <p:grpSpPr>
          <a:xfrm rot="-5400000">
            <a:off x="3757561" y="-4746116"/>
            <a:ext cx="10279624" cy="18781253"/>
            <a:chOff x="0" y="0"/>
            <a:chExt cx="2467632" cy="4553869"/>
          </a:xfrm>
        </p:grpSpPr>
        <p:sp>
          <p:nvSpPr>
            <p:cNvPr id="6" name="Freeform 4">
              <a:extLst>
                <a:ext uri="{FF2B5EF4-FFF2-40B4-BE49-F238E27FC236}">
                  <a16:creationId xmlns:a16="http://schemas.microsoft.com/office/drawing/2014/main" id="{A1DC2208-0F0F-B040-42C6-A79D335791EA}"/>
                </a:ext>
              </a:extLst>
            </p:cNvPr>
            <p:cNvSpPr/>
            <p:nvPr/>
          </p:nvSpPr>
          <p:spPr>
            <a:xfrm>
              <a:off x="0" y="0"/>
              <a:ext cx="2467633" cy="4553869"/>
            </a:xfrm>
            <a:custGeom>
              <a:avLst/>
              <a:gdLst/>
              <a:ahLst/>
              <a:cxnLst/>
              <a:rect l="l" t="t" r="r" b="b"/>
              <a:pathLst>
                <a:path w="2467633" h="4553869">
                  <a:moveTo>
                    <a:pt x="25616" y="0"/>
                  </a:moveTo>
                  <a:lnTo>
                    <a:pt x="2442017" y="0"/>
                  </a:lnTo>
                  <a:cubicBezTo>
                    <a:pt x="2448811" y="0"/>
                    <a:pt x="2455326" y="2699"/>
                    <a:pt x="2460130" y="7503"/>
                  </a:cubicBezTo>
                  <a:cubicBezTo>
                    <a:pt x="2464934" y="12306"/>
                    <a:pt x="2467633" y="18822"/>
                    <a:pt x="2467633" y="25616"/>
                  </a:cubicBezTo>
                  <a:lnTo>
                    <a:pt x="2467633" y="4528254"/>
                  </a:lnTo>
                  <a:cubicBezTo>
                    <a:pt x="2467633" y="4535048"/>
                    <a:pt x="2464934" y="4541563"/>
                    <a:pt x="2460130" y="4546367"/>
                  </a:cubicBezTo>
                  <a:cubicBezTo>
                    <a:pt x="2455326" y="4551171"/>
                    <a:pt x="2448811" y="4553869"/>
                    <a:pt x="2442017" y="4553869"/>
                  </a:cubicBezTo>
                  <a:lnTo>
                    <a:pt x="25616" y="4553869"/>
                  </a:lnTo>
                  <a:cubicBezTo>
                    <a:pt x="18822" y="4553869"/>
                    <a:pt x="12306" y="4551171"/>
                    <a:pt x="7503" y="4546367"/>
                  </a:cubicBezTo>
                  <a:cubicBezTo>
                    <a:pt x="2699" y="4541563"/>
                    <a:pt x="0" y="4535048"/>
                    <a:pt x="0" y="4528254"/>
                  </a:cubicBezTo>
                  <a:lnTo>
                    <a:pt x="0" y="25616"/>
                  </a:lnTo>
                  <a:cubicBezTo>
                    <a:pt x="0" y="18822"/>
                    <a:pt x="2699" y="12306"/>
                    <a:pt x="7503" y="7503"/>
                  </a:cubicBezTo>
                  <a:cubicBezTo>
                    <a:pt x="12306" y="2699"/>
                    <a:pt x="18822" y="0"/>
                    <a:pt x="25616" y="0"/>
                  </a:cubicBezTo>
                  <a:close/>
                </a:path>
              </a:pathLst>
            </a:custGeom>
            <a:solidFill>
              <a:srgbClr val="ECDDD4"/>
            </a:solidFill>
          </p:spPr>
        </p:sp>
        <p:sp>
          <p:nvSpPr>
            <p:cNvPr id="7" name="TextBox 5">
              <a:extLst>
                <a:ext uri="{FF2B5EF4-FFF2-40B4-BE49-F238E27FC236}">
                  <a16:creationId xmlns:a16="http://schemas.microsoft.com/office/drawing/2014/main" id="{623B088C-A364-7148-E213-69BA04AB2135}"/>
                </a:ext>
              </a:extLst>
            </p:cNvPr>
            <p:cNvSpPr txBox="1"/>
            <p:nvPr/>
          </p:nvSpPr>
          <p:spPr>
            <a:xfrm>
              <a:off x="0" y="85725"/>
              <a:ext cx="2467632" cy="44681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20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907DD2FC-955F-867C-0F5B-1D9DF287FF6A}"/>
              </a:ext>
            </a:extLst>
          </p:cNvPr>
          <p:cNvGrpSpPr/>
          <p:nvPr/>
        </p:nvGrpSpPr>
        <p:grpSpPr>
          <a:xfrm rot="-5400000">
            <a:off x="8793588" y="266736"/>
            <a:ext cx="932837" cy="19506515"/>
            <a:chOff x="0" y="0"/>
            <a:chExt cx="245685" cy="5137518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C3708A11-AF25-7906-6A63-90D9B086DFF1}"/>
                </a:ext>
              </a:extLst>
            </p:cNvPr>
            <p:cNvSpPr/>
            <p:nvPr/>
          </p:nvSpPr>
          <p:spPr>
            <a:xfrm>
              <a:off x="0" y="0"/>
              <a:ext cx="245685" cy="5137519"/>
            </a:xfrm>
            <a:custGeom>
              <a:avLst/>
              <a:gdLst/>
              <a:ahLst/>
              <a:cxnLst/>
              <a:rect l="l" t="t" r="r" b="b"/>
              <a:pathLst>
                <a:path w="245685" h="5137519">
                  <a:moveTo>
                    <a:pt x="122843" y="0"/>
                  </a:moveTo>
                  <a:lnTo>
                    <a:pt x="122843" y="0"/>
                  </a:lnTo>
                  <a:cubicBezTo>
                    <a:pt x="190687" y="0"/>
                    <a:pt x="245685" y="54999"/>
                    <a:pt x="245685" y="122843"/>
                  </a:cubicBezTo>
                  <a:lnTo>
                    <a:pt x="245685" y="5014676"/>
                  </a:lnTo>
                  <a:cubicBezTo>
                    <a:pt x="245685" y="5047256"/>
                    <a:pt x="232743" y="5078501"/>
                    <a:pt x="209706" y="5101539"/>
                  </a:cubicBezTo>
                  <a:cubicBezTo>
                    <a:pt x="186668" y="5124576"/>
                    <a:pt x="155423" y="5137519"/>
                    <a:pt x="122843" y="5137519"/>
                  </a:cubicBezTo>
                  <a:lnTo>
                    <a:pt x="122843" y="5137519"/>
                  </a:lnTo>
                  <a:cubicBezTo>
                    <a:pt x="90263" y="5137519"/>
                    <a:pt x="59017" y="5124576"/>
                    <a:pt x="35980" y="5101539"/>
                  </a:cubicBezTo>
                  <a:cubicBezTo>
                    <a:pt x="12942" y="5078501"/>
                    <a:pt x="0" y="5047256"/>
                    <a:pt x="0" y="5014676"/>
                  </a:cubicBezTo>
                  <a:lnTo>
                    <a:pt x="0" y="122843"/>
                  </a:lnTo>
                  <a:cubicBezTo>
                    <a:pt x="0" y="90263"/>
                    <a:pt x="12942" y="59017"/>
                    <a:pt x="35980" y="35980"/>
                  </a:cubicBezTo>
                  <a:cubicBezTo>
                    <a:pt x="59017" y="12942"/>
                    <a:pt x="90263" y="0"/>
                    <a:pt x="122843" y="0"/>
                  </a:cubicBezTo>
                  <a:close/>
                </a:path>
              </a:pathLst>
            </a:custGeom>
            <a:solidFill>
              <a:srgbClr val="442D26"/>
            </a:solidFill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88FEAC54-818B-5085-73AF-1781FF45708E}"/>
                </a:ext>
              </a:extLst>
            </p:cNvPr>
            <p:cNvSpPr txBox="1"/>
            <p:nvPr/>
          </p:nvSpPr>
          <p:spPr>
            <a:xfrm>
              <a:off x="0" y="85725"/>
              <a:ext cx="245685" cy="50517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20"/>
                </a:lnSpc>
              </a:pPr>
              <a:endParaRPr/>
            </a:p>
          </p:txBody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143E949B-72BC-FD2E-70AC-3FA141649F68}"/>
              </a:ext>
            </a:extLst>
          </p:cNvPr>
          <p:cNvSpPr txBox="1"/>
          <p:nvPr/>
        </p:nvSpPr>
        <p:spPr>
          <a:xfrm>
            <a:off x="1295400" y="-351640"/>
            <a:ext cx="13941685" cy="10195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605"/>
              </a:lnSpc>
            </a:pPr>
            <a:r>
              <a:rPr lang="en-US" sz="5000" b="1" dirty="0">
                <a:solidFill>
                  <a:srgbClr val="442D26"/>
                </a:solidFill>
                <a:latin typeface="Saira Bold"/>
                <a:ea typeface="Saira Bold"/>
                <a:cs typeface="Saira Bold"/>
                <a:sym typeface="Saira Bold"/>
              </a:rPr>
              <a:t>Individual Obstacle</a:t>
            </a:r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D40FA70E-1CDC-2B48-2AAB-438EDC2FDEDC}"/>
              </a:ext>
            </a:extLst>
          </p:cNvPr>
          <p:cNvSpPr/>
          <p:nvPr/>
        </p:nvSpPr>
        <p:spPr>
          <a:xfrm flipH="1" flipV="1">
            <a:off x="685800" y="715751"/>
            <a:ext cx="2" cy="8081645"/>
          </a:xfrm>
          <a:prstGeom prst="line">
            <a:avLst/>
          </a:prstGeom>
          <a:ln w="9525" cap="flat">
            <a:solidFill>
              <a:srgbClr val="442D26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45895D-3F72-37FF-982F-17820347B8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7400" y="1181100"/>
            <a:ext cx="6905625" cy="382928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3F1B1D8-DF0E-B4A3-08C4-8B3AE8C5CD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4543" y="1171369"/>
            <a:ext cx="6554115" cy="382928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910DAE3-D184-059B-BD84-67D282ECC3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4543" y="5260659"/>
            <a:ext cx="6554113" cy="400105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41DCEC4-6628-1EE8-A2C9-993EA082F4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7397" y="5276614"/>
            <a:ext cx="6905625" cy="3985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0654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0341E-54A9-7F5D-FD5A-1E24C3B1C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3">
            <a:extLst>
              <a:ext uri="{FF2B5EF4-FFF2-40B4-BE49-F238E27FC236}">
                <a16:creationId xmlns:a16="http://schemas.microsoft.com/office/drawing/2014/main" id="{14D255DD-EFB3-7E0D-1FE7-8ACBA1AFD228}"/>
              </a:ext>
            </a:extLst>
          </p:cNvPr>
          <p:cNvGrpSpPr/>
          <p:nvPr/>
        </p:nvGrpSpPr>
        <p:grpSpPr>
          <a:xfrm rot="-5400000">
            <a:off x="3757561" y="-4746116"/>
            <a:ext cx="10279624" cy="18781253"/>
            <a:chOff x="0" y="0"/>
            <a:chExt cx="2467632" cy="4553869"/>
          </a:xfrm>
        </p:grpSpPr>
        <p:sp>
          <p:nvSpPr>
            <p:cNvPr id="6" name="Freeform 4">
              <a:extLst>
                <a:ext uri="{FF2B5EF4-FFF2-40B4-BE49-F238E27FC236}">
                  <a16:creationId xmlns:a16="http://schemas.microsoft.com/office/drawing/2014/main" id="{3D176EDB-ACF3-4F96-9E9F-98B627B9B4B5}"/>
                </a:ext>
              </a:extLst>
            </p:cNvPr>
            <p:cNvSpPr/>
            <p:nvPr/>
          </p:nvSpPr>
          <p:spPr>
            <a:xfrm>
              <a:off x="0" y="0"/>
              <a:ext cx="2467633" cy="4553869"/>
            </a:xfrm>
            <a:custGeom>
              <a:avLst/>
              <a:gdLst/>
              <a:ahLst/>
              <a:cxnLst/>
              <a:rect l="l" t="t" r="r" b="b"/>
              <a:pathLst>
                <a:path w="2467633" h="4553869">
                  <a:moveTo>
                    <a:pt x="25616" y="0"/>
                  </a:moveTo>
                  <a:lnTo>
                    <a:pt x="2442017" y="0"/>
                  </a:lnTo>
                  <a:cubicBezTo>
                    <a:pt x="2448811" y="0"/>
                    <a:pt x="2455326" y="2699"/>
                    <a:pt x="2460130" y="7503"/>
                  </a:cubicBezTo>
                  <a:cubicBezTo>
                    <a:pt x="2464934" y="12306"/>
                    <a:pt x="2467633" y="18822"/>
                    <a:pt x="2467633" y="25616"/>
                  </a:cubicBezTo>
                  <a:lnTo>
                    <a:pt x="2467633" y="4528254"/>
                  </a:lnTo>
                  <a:cubicBezTo>
                    <a:pt x="2467633" y="4535048"/>
                    <a:pt x="2464934" y="4541563"/>
                    <a:pt x="2460130" y="4546367"/>
                  </a:cubicBezTo>
                  <a:cubicBezTo>
                    <a:pt x="2455326" y="4551171"/>
                    <a:pt x="2448811" y="4553869"/>
                    <a:pt x="2442017" y="4553869"/>
                  </a:cubicBezTo>
                  <a:lnTo>
                    <a:pt x="25616" y="4553869"/>
                  </a:lnTo>
                  <a:cubicBezTo>
                    <a:pt x="18822" y="4553869"/>
                    <a:pt x="12306" y="4551171"/>
                    <a:pt x="7503" y="4546367"/>
                  </a:cubicBezTo>
                  <a:cubicBezTo>
                    <a:pt x="2699" y="4541563"/>
                    <a:pt x="0" y="4535048"/>
                    <a:pt x="0" y="4528254"/>
                  </a:cubicBezTo>
                  <a:lnTo>
                    <a:pt x="0" y="25616"/>
                  </a:lnTo>
                  <a:cubicBezTo>
                    <a:pt x="0" y="18822"/>
                    <a:pt x="2699" y="12306"/>
                    <a:pt x="7503" y="7503"/>
                  </a:cubicBezTo>
                  <a:cubicBezTo>
                    <a:pt x="12306" y="2699"/>
                    <a:pt x="18822" y="0"/>
                    <a:pt x="25616" y="0"/>
                  </a:cubicBezTo>
                  <a:close/>
                </a:path>
              </a:pathLst>
            </a:custGeom>
            <a:solidFill>
              <a:srgbClr val="ECDDD4"/>
            </a:solidFill>
          </p:spPr>
        </p:sp>
        <p:sp>
          <p:nvSpPr>
            <p:cNvPr id="7" name="TextBox 5">
              <a:extLst>
                <a:ext uri="{FF2B5EF4-FFF2-40B4-BE49-F238E27FC236}">
                  <a16:creationId xmlns:a16="http://schemas.microsoft.com/office/drawing/2014/main" id="{1AAEB024-0054-6C82-E99C-A4973095E707}"/>
                </a:ext>
              </a:extLst>
            </p:cNvPr>
            <p:cNvSpPr txBox="1"/>
            <p:nvPr/>
          </p:nvSpPr>
          <p:spPr>
            <a:xfrm>
              <a:off x="0" y="85725"/>
              <a:ext cx="2467632" cy="44681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20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218CFCEB-7965-860A-2E82-99A1B0436F33}"/>
              </a:ext>
            </a:extLst>
          </p:cNvPr>
          <p:cNvGrpSpPr/>
          <p:nvPr/>
        </p:nvGrpSpPr>
        <p:grpSpPr>
          <a:xfrm rot="-5400000">
            <a:off x="8793588" y="266736"/>
            <a:ext cx="932837" cy="19506515"/>
            <a:chOff x="0" y="0"/>
            <a:chExt cx="245685" cy="5137518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11F52399-3BBF-9E1E-CAEC-2E9B4A69B613}"/>
                </a:ext>
              </a:extLst>
            </p:cNvPr>
            <p:cNvSpPr/>
            <p:nvPr/>
          </p:nvSpPr>
          <p:spPr>
            <a:xfrm>
              <a:off x="0" y="0"/>
              <a:ext cx="245685" cy="5137519"/>
            </a:xfrm>
            <a:custGeom>
              <a:avLst/>
              <a:gdLst/>
              <a:ahLst/>
              <a:cxnLst/>
              <a:rect l="l" t="t" r="r" b="b"/>
              <a:pathLst>
                <a:path w="245685" h="5137519">
                  <a:moveTo>
                    <a:pt x="122843" y="0"/>
                  </a:moveTo>
                  <a:lnTo>
                    <a:pt x="122843" y="0"/>
                  </a:lnTo>
                  <a:cubicBezTo>
                    <a:pt x="190687" y="0"/>
                    <a:pt x="245685" y="54999"/>
                    <a:pt x="245685" y="122843"/>
                  </a:cubicBezTo>
                  <a:lnTo>
                    <a:pt x="245685" y="5014676"/>
                  </a:lnTo>
                  <a:cubicBezTo>
                    <a:pt x="245685" y="5047256"/>
                    <a:pt x="232743" y="5078501"/>
                    <a:pt x="209706" y="5101539"/>
                  </a:cubicBezTo>
                  <a:cubicBezTo>
                    <a:pt x="186668" y="5124576"/>
                    <a:pt x="155423" y="5137519"/>
                    <a:pt x="122843" y="5137519"/>
                  </a:cubicBezTo>
                  <a:lnTo>
                    <a:pt x="122843" y="5137519"/>
                  </a:lnTo>
                  <a:cubicBezTo>
                    <a:pt x="90263" y="5137519"/>
                    <a:pt x="59017" y="5124576"/>
                    <a:pt x="35980" y="5101539"/>
                  </a:cubicBezTo>
                  <a:cubicBezTo>
                    <a:pt x="12942" y="5078501"/>
                    <a:pt x="0" y="5047256"/>
                    <a:pt x="0" y="5014676"/>
                  </a:cubicBezTo>
                  <a:lnTo>
                    <a:pt x="0" y="122843"/>
                  </a:lnTo>
                  <a:cubicBezTo>
                    <a:pt x="0" y="90263"/>
                    <a:pt x="12942" y="59017"/>
                    <a:pt x="35980" y="35980"/>
                  </a:cubicBezTo>
                  <a:cubicBezTo>
                    <a:pt x="59017" y="12942"/>
                    <a:pt x="90263" y="0"/>
                    <a:pt x="122843" y="0"/>
                  </a:cubicBezTo>
                  <a:close/>
                </a:path>
              </a:pathLst>
            </a:custGeom>
            <a:solidFill>
              <a:srgbClr val="442D26"/>
            </a:solidFill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92B2914-78B9-5AD7-75C1-B82670878A9F}"/>
                </a:ext>
              </a:extLst>
            </p:cNvPr>
            <p:cNvSpPr txBox="1"/>
            <p:nvPr/>
          </p:nvSpPr>
          <p:spPr>
            <a:xfrm>
              <a:off x="0" y="85725"/>
              <a:ext cx="245685" cy="50517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20"/>
                </a:lnSpc>
              </a:pPr>
              <a:endParaRPr/>
            </a:p>
          </p:txBody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0AAB8D9C-8182-21F5-FA2A-732194ED4942}"/>
              </a:ext>
            </a:extLst>
          </p:cNvPr>
          <p:cNvSpPr txBox="1"/>
          <p:nvPr/>
        </p:nvSpPr>
        <p:spPr>
          <a:xfrm>
            <a:off x="1295400" y="-351640"/>
            <a:ext cx="13941685" cy="10195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605"/>
              </a:lnSpc>
            </a:pPr>
            <a:r>
              <a:rPr lang="en-US" sz="5000" b="1" dirty="0">
                <a:solidFill>
                  <a:srgbClr val="442D26"/>
                </a:solidFill>
                <a:latin typeface="Saira Bold"/>
                <a:ea typeface="Saira Bold"/>
                <a:cs typeface="Saira Bold"/>
                <a:sym typeface="Saira Bold"/>
              </a:rPr>
              <a:t>Individual Obstacle</a:t>
            </a:r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9773284A-3E57-CA0C-14E1-EF7758C1E7AF}"/>
              </a:ext>
            </a:extLst>
          </p:cNvPr>
          <p:cNvSpPr/>
          <p:nvPr/>
        </p:nvSpPr>
        <p:spPr>
          <a:xfrm flipH="1" flipV="1">
            <a:off x="685800" y="715751"/>
            <a:ext cx="2" cy="8081645"/>
          </a:xfrm>
          <a:prstGeom prst="line">
            <a:avLst/>
          </a:prstGeom>
          <a:ln w="9525" cap="flat">
            <a:solidFill>
              <a:srgbClr val="442D26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09A0EB-713C-3DB8-3CE7-0047AE25E2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811533"/>
            <a:ext cx="6934198" cy="364616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DC38F9C-1FF7-55FD-EF46-B4E8E7A93E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2750" y="744019"/>
            <a:ext cx="6934198" cy="371368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69502F1-94F6-AD5C-C574-03DF9CB477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5400" y="4667860"/>
            <a:ext cx="7086600" cy="418362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2A040D1-6E8D-AF89-3159-A0D1018EBA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2750" y="4686295"/>
            <a:ext cx="6934197" cy="4166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8155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0E976-5D06-A466-4AEF-89D29B99B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3">
            <a:extLst>
              <a:ext uri="{FF2B5EF4-FFF2-40B4-BE49-F238E27FC236}">
                <a16:creationId xmlns:a16="http://schemas.microsoft.com/office/drawing/2014/main" id="{FA38F4A0-8FA9-F5E7-F379-15A69D0881F3}"/>
              </a:ext>
            </a:extLst>
          </p:cNvPr>
          <p:cNvGrpSpPr/>
          <p:nvPr/>
        </p:nvGrpSpPr>
        <p:grpSpPr>
          <a:xfrm rot="-5400000">
            <a:off x="3757561" y="-4746116"/>
            <a:ext cx="10279624" cy="18781253"/>
            <a:chOff x="0" y="0"/>
            <a:chExt cx="2467632" cy="4553869"/>
          </a:xfrm>
        </p:grpSpPr>
        <p:sp>
          <p:nvSpPr>
            <p:cNvPr id="6" name="Freeform 4">
              <a:extLst>
                <a:ext uri="{FF2B5EF4-FFF2-40B4-BE49-F238E27FC236}">
                  <a16:creationId xmlns:a16="http://schemas.microsoft.com/office/drawing/2014/main" id="{A113D226-EC1A-3B40-5BCD-437A973B518E}"/>
                </a:ext>
              </a:extLst>
            </p:cNvPr>
            <p:cNvSpPr/>
            <p:nvPr/>
          </p:nvSpPr>
          <p:spPr>
            <a:xfrm>
              <a:off x="0" y="0"/>
              <a:ext cx="2467633" cy="4553869"/>
            </a:xfrm>
            <a:custGeom>
              <a:avLst/>
              <a:gdLst/>
              <a:ahLst/>
              <a:cxnLst/>
              <a:rect l="l" t="t" r="r" b="b"/>
              <a:pathLst>
                <a:path w="2467633" h="4553869">
                  <a:moveTo>
                    <a:pt x="25616" y="0"/>
                  </a:moveTo>
                  <a:lnTo>
                    <a:pt x="2442017" y="0"/>
                  </a:lnTo>
                  <a:cubicBezTo>
                    <a:pt x="2448811" y="0"/>
                    <a:pt x="2455326" y="2699"/>
                    <a:pt x="2460130" y="7503"/>
                  </a:cubicBezTo>
                  <a:cubicBezTo>
                    <a:pt x="2464934" y="12306"/>
                    <a:pt x="2467633" y="18822"/>
                    <a:pt x="2467633" y="25616"/>
                  </a:cubicBezTo>
                  <a:lnTo>
                    <a:pt x="2467633" y="4528254"/>
                  </a:lnTo>
                  <a:cubicBezTo>
                    <a:pt x="2467633" y="4535048"/>
                    <a:pt x="2464934" y="4541563"/>
                    <a:pt x="2460130" y="4546367"/>
                  </a:cubicBezTo>
                  <a:cubicBezTo>
                    <a:pt x="2455326" y="4551171"/>
                    <a:pt x="2448811" y="4553869"/>
                    <a:pt x="2442017" y="4553869"/>
                  </a:cubicBezTo>
                  <a:lnTo>
                    <a:pt x="25616" y="4553869"/>
                  </a:lnTo>
                  <a:cubicBezTo>
                    <a:pt x="18822" y="4553869"/>
                    <a:pt x="12306" y="4551171"/>
                    <a:pt x="7503" y="4546367"/>
                  </a:cubicBezTo>
                  <a:cubicBezTo>
                    <a:pt x="2699" y="4541563"/>
                    <a:pt x="0" y="4535048"/>
                    <a:pt x="0" y="4528254"/>
                  </a:cubicBezTo>
                  <a:lnTo>
                    <a:pt x="0" y="25616"/>
                  </a:lnTo>
                  <a:cubicBezTo>
                    <a:pt x="0" y="18822"/>
                    <a:pt x="2699" y="12306"/>
                    <a:pt x="7503" y="7503"/>
                  </a:cubicBezTo>
                  <a:cubicBezTo>
                    <a:pt x="12306" y="2699"/>
                    <a:pt x="18822" y="0"/>
                    <a:pt x="25616" y="0"/>
                  </a:cubicBezTo>
                  <a:close/>
                </a:path>
              </a:pathLst>
            </a:custGeom>
            <a:solidFill>
              <a:srgbClr val="ECDDD4"/>
            </a:solidFill>
          </p:spPr>
        </p:sp>
        <p:sp>
          <p:nvSpPr>
            <p:cNvPr id="7" name="TextBox 5">
              <a:extLst>
                <a:ext uri="{FF2B5EF4-FFF2-40B4-BE49-F238E27FC236}">
                  <a16:creationId xmlns:a16="http://schemas.microsoft.com/office/drawing/2014/main" id="{6D838CE6-DF16-35E3-5199-462D8F53A8B8}"/>
                </a:ext>
              </a:extLst>
            </p:cNvPr>
            <p:cNvSpPr txBox="1"/>
            <p:nvPr/>
          </p:nvSpPr>
          <p:spPr>
            <a:xfrm>
              <a:off x="0" y="85725"/>
              <a:ext cx="2467632" cy="44681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20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4AC0DF60-8782-AAA8-89D0-10CE3E75E83A}"/>
              </a:ext>
            </a:extLst>
          </p:cNvPr>
          <p:cNvGrpSpPr/>
          <p:nvPr/>
        </p:nvGrpSpPr>
        <p:grpSpPr>
          <a:xfrm rot="-5400000">
            <a:off x="8793588" y="266736"/>
            <a:ext cx="932837" cy="19506515"/>
            <a:chOff x="0" y="0"/>
            <a:chExt cx="245685" cy="5137518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8474BE28-93FF-8AA6-8648-8B0CFB743B44}"/>
                </a:ext>
              </a:extLst>
            </p:cNvPr>
            <p:cNvSpPr/>
            <p:nvPr/>
          </p:nvSpPr>
          <p:spPr>
            <a:xfrm>
              <a:off x="0" y="0"/>
              <a:ext cx="245685" cy="5137519"/>
            </a:xfrm>
            <a:custGeom>
              <a:avLst/>
              <a:gdLst/>
              <a:ahLst/>
              <a:cxnLst/>
              <a:rect l="l" t="t" r="r" b="b"/>
              <a:pathLst>
                <a:path w="245685" h="5137519">
                  <a:moveTo>
                    <a:pt x="122843" y="0"/>
                  </a:moveTo>
                  <a:lnTo>
                    <a:pt x="122843" y="0"/>
                  </a:lnTo>
                  <a:cubicBezTo>
                    <a:pt x="190687" y="0"/>
                    <a:pt x="245685" y="54999"/>
                    <a:pt x="245685" y="122843"/>
                  </a:cubicBezTo>
                  <a:lnTo>
                    <a:pt x="245685" y="5014676"/>
                  </a:lnTo>
                  <a:cubicBezTo>
                    <a:pt x="245685" y="5047256"/>
                    <a:pt x="232743" y="5078501"/>
                    <a:pt x="209706" y="5101539"/>
                  </a:cubicBezTo>
                  <a:cubicBezTo>
                    <a:pt x="186668" y="5124576"/>
                    <a:pt x="155423" y="5137519"/>
                    <a:pt x="122843" y="5137519"/>
                  </a:cubicBezTo>
                  <a:lnTo>
                    <a:pt x="122843" y="5137519"/>
                  </a:lnTo>
                  <a:cubicBezTo>
                    <a:pt x="90263" y="5137519"/>
                    <a:pt x="59017" y="5124576"/>
                    <a:pt x="35980" y="5101539"/>
                  </a:cubicBezTo>
                  <a:cubicBezTo>
                    <a:pt x="12942" y="5078501"/>
                    <a:pt x="0" y="5047256"/>
                    <a:pt x="0" y="5014676"/>
                  </a:cubicBezTo>
                  <a:lnTo>
                    <a:pt x="0" y="122843"/>
                  </a:lnTo>
                  <a:cubicBezTo>
                    <a:pt x="0" y="90263"/>
                    <a:pt x="12942" y="59017"/>
                    <a:pt x="35980" y="35980"/>
                  </a:cubicBezTo>
                  <a:cubicBezTo>
                    <a:pt x="59017" y="12942"/>
                    <a:pt x="90263" y="0"/>
                    <a:pt x="122843" y="0"/>
                  </a:cubicBezTo>
                  <a:close/>
                </a:path>
              </a:pathLst>
            </a:custGeom>
            <a:solidFill>
              <a:srgbClr val="442D26"/>
            </a:solidFill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8089996A-DEC4-A6E0-ECC7-55108DA1FAAC}"/>
                </a:ext>
              </a:extLst>
            </p:cNvPr>
            <p:cNvSpPr txBox="1"/>
            <p:nvPr/>
          </p:nvSpPr>
          <p:spPr>
            <a:xfrm>
              <a:off x="0" y="85725"/>
              <a:ext cx="245685" cy="50517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20"/>
                </a:lnSpc>
              </a:pPr>
              <a:endParaRPr/>
            </a:p>
          </p:txBody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0D66FD5B-9A6A-3D5C-70B6-7C9CFDC71D6D}"/>
              </a:ext>
            </a:extLst>
          </p:cNvPr>
          <p:cNvSpPr txBox="1"/>
          <p:nvPr/>
        </p:nvSpPr>
        <p:spPr>
          <a:xfrm>
            <a:off x="1295400" y="-351640"/>
            <a:ext cx="13941685" cy="10195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605"/>
              </a:lnSpc>
            </a:pPr>
            <a:r>
              <a:rPr lang="en-US" sz="5000" b="1" dirty="0">
                <a:solidFill>
                  <a:srgbClr val="442D26"/>
                </a:solidFill>
                <a:latin typeface="Saira Bold"/>
                <a:ea typeface="Saira Bold"/>
                <a:cs typeface="Saira Bold"/>
                <a:sym typeface="Saira Bold"/>
              </a:rPr>
              <a:t>Individual Obstacle</a:t>
            </a:r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56E625B2-47D7-1F95-8445-84E18ABDF1A7}"/>
              </a:ext>
            </a:extLst>
          </p:cNvPr>
          <p:cNvSpPr/>
          <p:nvPr/>
        </p:nvSpPr>
        <p:spPr>
          <a:xfrm flipH="1" flipV="1">
            <a:off x="685800" y="715751"/>
            <a:ext cx="2" cy="8081645"/>
          </a:xfrm>
          <a:prstGeom prst="line">
            <a:avLst/>
          </a:prstGeom>
          <a:ln w="9525" cap="flat">
            <a:solidFill>
              <a:srgbClr val="442D26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36CBA2-3AA5-2DF7-40A9-24164368F2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2552700"/>
            <a:ext cx="7672298" cy="419761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9D4C92B-8DA7-052B-DF57-FEB56174A0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2200" y="2552700"/>
            <a:ext cx="6731650" cy="4197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9482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EE5A2-B6D5-E7FF-9AC8-51D10F1DF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4E7ECB3-938E-122C-4AD0-3642B090F0E6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EF18AA4C-AF30-6CAF-B500-34D7B899E3ED}"/>
              </a:ext>
            </a:extLst>
          </p:cNvPr>
          <p:cNvGrpSpPr/>
          <p:nvPr/>
        </p:nvGrpSpPr>
        <p:grpSpPr>
          <a:xfrm rot="-5400000">
            <a:off x="4459354" y="-3447892"/>
            <a:ext cx="9369292" cy="17290473"/>
            <a:chOff x="0" y="0"/>
            <a:chExt cx="2467632" cy="4553869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3DC59D76-8789-9C72-3DED-CA16DC95854F}"/>
                </a:ext>
              </a:extLst>
            </p:cNvPr>
            <p:cNvSpPr/>
            <p:nvPr/>
          </p:nvSpPr>
          <p:spPr>
            <a:xfrm>
              <a:off x="0" y="0"/>
              <a:ext cx="2467633" cy="4553869"/>
            </a:xfrm>
            <a:custGeom>
              <a:avLst/>
              <a:gdLst/>
              <a:ahLst/>
              <a:cxnLst/>
              <a:rect l="l" t="t" r="r" b="b"/>
              <a:pathLst>
                <a:path w="2467633" h="4553869">
                  <a:moveTo>
                    <a:pt x="25616" y="0"/>
                  </a:moveTo>
                  <a:lnTo>
                    <a:pt x="2442017" y="0"/>
                  </a:lnTo>
                  <a:cubicBezTo>
                    <a:pt x="2448811" y="0"/>
                    <a:pt x="2455326" y="2699"/>
                    <a:pt x="2460130" y="7503"/>
                  </a:cubicBezTo>
                  <a:cubicBezTo>
                    <a:pt x="2464934" y="12306"/>
                    <a:pt x="2467633" y="18822"/>
                    <a:pt x="2467633" y="25616"/>
                  </a:cubicBezTo>
                  <a:lnTo>
                    <a:pt x="2467633" y="4528254"/>
                  </a:lnTo>
                  <a:cubicBezTo>
                    <a:pt x="2467633" y="4535048"/>
                    <a:pt x="2464934" y="4541563"/>
                    <a:pt x="2460130" y="4546367"/>
                  </a:cubicBezTo>
                  <a:cubicBezTo>
                    <a:pt x="2455326" y="4551171"/>
                    <a:pt x="2448811" y="4553869"/>
                    <a:pt x="2442017" y="4553869"/>
                  </a:cubicBezTo>
                  <a:lnTo>
                    <a:pt x="25616" y="4553869"/>
                  </a:lnTo>
                  <a:cubicBezTo>
                    <a:pt x="18822" y="4553869"/>
                    <a:pt x="12306" y="4551171"/>
                    <a:pt x="7503" y="4546367"/>
                  </a:cubicBezTo>
                  <a:cubicBezTo>
                    <a:pt x="2699" y="4541563"/>
                    <a:pt x="0" y="4535048"/>
                    <a:pt x="0" y="4528254"/>
                  </a:cubicBezTo>
                  <a:lnTo>
                    <a:pt x="0" y="25616"/>
                  </a:lnTo>
                  <a:cubicBezTo>
                    <a:pt x="0" y="18822"/>
                    <a:pt x="2699" y="12306"/>
                    <a:pt x="7503" y="7503"/>
                  </a:cubicBezTo>
                  <a:cubicBezTo>
                    <a:pt x="12306" y="2699"/>
                    <a:pt x="18822" y="0"/>
                    <a:pt x="25616" y="0"/>
                  </a:cubicBezTo>
                  <a:close/>
                </a:path>
              </a:pathLst>
            </a:custGeom>
            <a:solidFill>
              <a:srgbClr val="ECDDD4"/>
            </a:solidFill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43FF9FDC-FDA2-A985-E10C-9A5AB20FC022}"/>
                </a:ext>
              </a:extLst>
            </p:cNvPr>
            <p:cNvSpPr txBox="1"/>
            <p:nvPr/>
          </p:nvSpPr>
          <p:spPr>
            <a:xfrm>
              <a:off x="0" y="85725"/>
              <a:ext cx="2467632" cy="44681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20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511A278A-AA30-54AD-2633-4F37BA2B3604}"/>
              </a:ext>
            </a:extLst>
          </p:cNvPr>
          <p:cNvGrpSpPr/>
          <p:nvPr/>
        </p:nvGrpSpPr>
        <p:grpSpPr>
          <a:xfrm rot="-5400000">
            <a:off x="15353500" y="-158697"/>
            <a:ext cx="3110490" cy="633626"/>
            <a:chOff x="0" y="0"/>
            <a:chExt cx="819224" cy="166881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7A412FDE-43E6-E283-8028-053E57460437}"/>
                </a:ext>
              </a:extLst>
            </p:cNvPr>
            <p:cNvSpPr/>
            <p:nvPr/>
          </p:nvSpPr>
          <p:spPr>
            <a:xfrm>
              <a:off x="0" y="0"/>
              <a:ext cx="819224" cy="166881"/>
            </a:xfrm>
            <a:custGeom>
              <a:avLst/>
              <a:gdLst/>
              <a:ahLst/>
              <a:cxnLst/>
              <a:rect l="l" t="t" r="r" b="b"/>
              <a:pathLst>
                <a:path w="819224" h="166881">
                  <a:moveTo>
                    <a:pt x="37335" y="0"/>
                  </a:moveTo>
                  <a:lnTo>
                    <a:pt x="781889" y="0"/>
                  </a:lnTo>
                  <a:cubicBezTo>
                    <a:pt x="791791" y="0"/>
                    <a:pt x="801287" y="3933"/>
                    <a:pt x="808289" y="10935"/>
                  </a:cubicBezTo>
                  <a:cubicBezTo>
                    <a:pt x="815290" y="17937"/>
                    <a:pt x="819224" y="27433"/>
                    <a:pt x="819224" y="37335"/>
                  </a:cubicBezTo>
                  <a:lnTo>
                    <a:pt x="819224" y="129546"/>
                  </a:lnTo>
                  <a:cubicBezTo>
                    <a:pt x="819224" y="139448"/>
                    <a:pt x="815290" y="148944"/>
                    <a:pt x="808289" y="155946"/>
                  </a:cubicBezTo>
                  <a:cubicBezTo>
                    <a:pt x="801287" y="162948"/>
                    <a:pt x="791791" y="166881"/>
                    <a:pt x="781889" y="166881"/>
                  </a:cubicBezTo>
                  <a:lnTo>
                    <a:pt x="37335" y="166881"/>
                  </a:lnTo>
                  <a:cubicBezTo>
                    <a:pt x="16715" y="166881"/>
                    <a:pt x="0" y="150166"/>
                    <a:pt x="0" y="129546"/>
                  </a:cubicBezTo>
                  <a:lnTo>
                    <a:pt x="0" y="37335"/>
                  </a:lnTo>
                  <a:cubicBezTo>
                    <a:pt x="0" y="27433"/>
                    <a:pt x="3933" y="17937"/>
                    <a:pt x="10935" y="10935"/>
                  </a:cubicBezTo>
                  <a:cubicBezTo>
                    <a:pt x="17937" y="3933"/>
                    <a:pt x="27433" y="0"/>
                    <a:pt x="37335" y="0"/>
                  </a:cubicBezTo>
                  <a:close/>
                </a:path>
              </a:pathLst>
            </a:custGeom>
            <a:solidFill>
              <a:srgbClr val="442D26"/>
            </a:solidFill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31F2A0C2-8598-1F28-AEE8-7685EF188495}"/>
                </a:ext>
              </a:extLst>
            </p:cNvPr>
            <p:cNvSpPr txBox="1"/>
            <p:nvPr/>
          </p:nvSpPr>
          <p:spPr>
            <a:xfrm>
              <a:off x="0" y="85725"/>
              <a:ext cx="819224" cy="811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20"/>
                </a:lnSpc>
              </a:pPr>
              <a:endParaRPr/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B28EDCD4-5325-C6EC-1D6C-705E16990A8E}"/>
              </a:ext>
            </a:extLst>
          </p:cNvPr>
          <p:cNvSpPr txBox="1"/>
          <p:nvPr/>
        </p:nvSpPr>
        <p:spPr>
          <a:xfrm>
            <a:off x="1447800" y="808704"/>
            <a:ext cx="9617842" cy="13991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0368"/>
              </a:lnSpc>
            </a:pPr>
            <a:r>
              <a:rPr lang="en-US" sz="10000" b="1" dirty="0">
                <a:solidFill>
                  <a:srgbClr val="442D26"/>
                </a:solidFill>
                <a:latin typeface="Saira Bold"/>
                <a:ea typeface="Saira Bold"/>
                <a:cs typeface="Saira Bold"/>
                <a:sym typeface="Saira Bold"/>
              </a:rPr>
              <a:t>Interview 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893DF809-15C4-73C7-A617-9D1020F51D0E}"/>
              </a:ext>
            </a:extLst>
          </p:cNvPr>
          <p:cNvSpPr txBox="1"/>
          <p:nvPr/>
        </p:nvSpPr>
        <p:spPr>
          <a:xfrm>
            <a:off x="1447800" y="3274909"/>
            <a:ext cx="15306821" cy="55399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lvl="0" indent="-5715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000" dirty="0">
                <a:solidFill>
                  <a:srgbClr val="663300"/>
                </a:solidFill>
                <a:latin typeface="Arial" panose="020B0604020202020204" pitchFamily="34" charset="0"/>
              </a:rPr>
              <a:t>Self awareness</a:t>
            </a:r>
          </a:p>
          <a:p>
            <a:pPr marL="571500" lvl="0" indent="-5715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000" dirty="0">
                <a:solidFill>
                  <a:srgbClr val="663300"/>
                </a:solidFill>
                <a:latin typeface="Arial" panose="020B0604020202020204" pitchFamily="34" charset="0"/>
              </a:rPr>
              <a:t>NCC docket</a:t>
            </a:r>
          </a:p>
          <a:p>
            <a:pPr marL="571500" lvl="0" indent="-5715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000" dirty="0">
                <a:solidFill>
                  <a:srgbClr val="663300"/>
                </a:solidFill>
                <a:latin typeface="Arial" panose="020B0604020202020204" pitchFamily="34" charset="0"/>
              </a:rPr>
              <a:t>Current Affairs (At least last 6 months)</a:t>
            </a:r>
          </a:p>
          <a:p>
            <a:pPr marL="571500" lvl="0" indent="-5715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000" dirty="0">
                <a:solidFill>
                  <a:srgbClr val="663300"/>
                </a:solidFill>
                <a:latin typeface="Arial" panose="020B0604020202020204" pitchFamily="34" charset="0"/>
              </a:rPr>
              <a:t>Geopolitics</a:t>
            </a:r>
          </a:p>
          <a:p>
            <a:pPr marL="571500" lvl="0" indent="-5715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000" dirty="0">
                <a:solidFill>
                  <a:srgbClr val="663300"/>
                </a:solidFill>
                <a:latin typeface="Arial" panose="020B0604020202020204" pitchFamily="34" charset="0"/>
              </a:rPr>
              <a:t>Disputes</a:t>
            </a:r>
          </a:p>
          <a:p>
            <a:pPr marL="571500" lvl="0" indent="-5715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000" dirty="0">
                <a:solidFill>
                  <a:srgbClr val="663300"/>
                </a:solidFill>
                <a:latin typeface="Arial" panose="020B0604020202020204" pitchFamily="34" charset="0"/>
              </a:rPr>
              <a:t>Terrorism </a:t>
            </a:r>
          </a:p>
          <a:p>
            <a:pPr marL="571500" lvl="0" indent="-5715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000" dirty="0">
                <a:solidFill>
                  <a:srgbClr val="663300"/>
                </a:solidFill>
                <a:latin typeface="Arial" panose="020B0604020202020204" pitchFamily="34" charset="0"/>
              </a:rPr>
              <a:t>Geography</a:t>
            </a:r>
          </a:p>
          <a:p>
            <a:pPr marL="571500" lvl="0" indent="-5715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4000" dirty="0">
              <a:solidFill>
                <a:srgbClr val="663300"/>
              </a:solidFill>
              <a:latin typeface="Arial" panose="020B0604020202020204" pitchFamily="34" charset="0"/>
            </a:endParaRPr>
          </a:p>
          <a:p>
            <a:pPr marL="571500" lvl="0" indent="-5715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4000" dirty="0">
              <a:solidFill>
                <a:srgbClr val="663300"/>
              </a:solidFill>
              <a:latin typeface="Arial" panose="020B0604020202020204" pitchFamily="34" charset="0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C89D962E-191B-443F-CE0A-8383B011D26E}"/>
              </a:ext>
            </a:extLst>
          </p:cNvPr>
          <p:cNvSpPr txBox="1"/>
          <p:nvPr/>
        </p:nvSpPr>
        <p:spPr>
          <a:xfrm>
            <a:off x="16591932" y="1266062"/>
            <a:ext cx="633626" cy="242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2189" dirty="0">
                <a:solidFill>
                  <a:srgbClr val="ECDDD4"/>
                </a:solidFill>
                <a:latin typeface="Saira"/>
                <a:ea typeface="Saira"/>
                <a:cs typeface="Saira"/>
                <a:sym typeface="Saira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538603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79F558-B6EC-8BDC-FE11-A0BB4F0B7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3A7504BC-2CAD-D687-20DE-097B2F035AC5}"/>
              </a:ext>
            </a:extLst>
          </p:cNvPr>
          <p:cNvSpPr/>
          <p:nvPr/>
        </p:nvSpPr>
        <p:spPr>
          <a:xfrm rot="16200000">
            <a:off x="3757559" y="-4746118"/>
            <a:ext cx="10279628" cy="18781253"/>
          </a:xfrm>
          <a:custGeom>
            <a:avLst/>
            <a:gdLst/>
            <a:ahLst/>
            <a:cxnLst/>
            <a:rect l="l" t="t" r="r" b="b"/>
            <a:pathLst>
              <a:path w="2467633" h="4553869">
                <a:moveTo>
                  <a:pt x="25616" y="0"/>
                </a:moveTo>
                <a:lnTo>
                  <a:pt x="2442017" y="0"/>
                </a:lnTo>
                <a:cubicBezTo>
                  <a:pt x="2448811" y="0"/>
                  <a:pt x="2455326" y="2699"/>
                  <a:pt x="2460130" y="7503"/>
                </a:cubicBezTo>
                <a:cubicBezTo>
                  <a:pt x="2464934" y="12306"/>
                  <a:pt x="2467633" y="18822"/>
                  <a:pt x="2467633" y="25616"/>
                </a:cubicBezTo>
                <a:lnTo>
                  <a:pt x="2467633" y="4528254"/>
                </a:lnTo>
                <a:cubicBezTo>
                  <a:pt x="2467633" y="4535048"/>
                  <a:pt x="2464934" y="4541563"/>
                  <a:pt x="2460130" y="4546367"/>
                </a:cubicBezTo>
                <a:cubicBezTo>
                  <a:pt x="2455326" y="4551171"/>
                  <a:pt x="2448811" y="4553869"/>
                  <a:pt x="2442017" y="4553869"/>
                </a:cubicBezTo>
                <a:lnTo>
                  <a:pt x="25616" y="4553869"/>
                </a:lnTo>
                <a:cubicBezTo>
                  <a:pt x="18822" y="4553869"/>
                  <a:pt x="12306" y="4551171"/>
                  <a:pt x="7503" y="4546367"/>
                </a:cubicBezTo>
                <a:cubicBezTo>
                  <a:pt x="2699" y="4541563"/>
                  <a:pt x="0" y="4535048"/>
                  <a:pt x="0" y="4528254"/>
                </a:cubicBezTo>
                <a:lnTo>
                  <a:pt x="0" y="25616"/>
                </a:lnTo>
                <a:cubicBezTo>
                  <a:pt x="0" y="18822"/>
                  <a:pt x="2699" y="12306"/>
                  <a:pt x="7503" y="7503"/>
                </a:cubicBezTo>
                <a:cubicBezTo>
                  <a:pt x="12306" y="2699"/>
                  <a:pt x="18822" y="0"/>
                  <a:pt x="25616" y="0"/>
                </a:cubicBezTo>
                <a:close/>
              </a:path>
            </a:pathLst>
          </a:custGeom>
          <a:solidFill>
            <a:srgbClr val="ECDDD4"/>
          </a:solidFill>
        </p:spPr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DB2C81F1-EA82-529C-E4F1-7DEC0F430540}"/>
              </a:ext>
            </a:extLst>
          </p:cNvPr>
          <p:cNvGrpSpPr/>
          <p:nvPr/>
        </p:nvGrpSpPr>
        <p:grpSpPr>
          <a:xfrm rot="-5400000">
            <a:off x="15353500" y="-158697"/>
            <a:ext cx="3110490" cy="633626"/>
            <a:chOff x="0" y="0"/>
            <a:chExt cx="819224" cy="166881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8513FBC-A718-1CD4-8CAF-970953A8FA2A}"/>
                </a:ext>
              </a:extLst>
            </p:cNvPr>
            <p:cNvSpPr/>
            <p:nvPr/>
          </p:nvSpPr>
          <p:spPr>
            <a:xfrm>
              <a:off x="0" y="0"/>
              <a:ext cx="819224" cy="166881"/>
            </a:xfrm>
            <a:custGeom>
              <a:avLst/>
              <a:gdLst/>
              <a:ahLst/>
              <a:cxnLst/>
              <a:rect l="l" t="t" r="r" b="b"/>
              <a:pathLst>
                <a:path w="819224" h="166881">
                  <a:moveTo>
                    <a:pt x="37335" y="0"/>
                  </a:moveTo>
                  <a:lnTo>
                    <a:pt x="781889" y="0"/>
                  </a:lnTo>
                  <a:cubicBezTo>
                    <a:pt x="791791" y="0"/>
                    <a:pt x="801287" y="3933"/>
                    <a:pt x="808289" y="10935"/>
                  </a:cubicBezTo>
                  <a:cubicBezTo>
                    <a:pt x="815290" y="17937"/>
                    <a:pt x="819224" y="27433"/>
                    <a:pt x="819224" y="37335"/>
                  </a:cubicBezTo>
                  <a:lnTo>
                    <a:pt x="819224" y="129546"/>
                  </a:lnTo>
                  <a:cubicBezTo>
                    <a:pt x="819224" y="139448"/>
                    <a:pt x="815290" y="148944"/>
                    <a:pt x="808289" y="155946"/>
                  </a:cubicBezTo>
                  <a:cubicBezTo>
                    <a:pt x="801287" y="162948"/>
                    <a:pt x="791791" y="166881"/>
                    <a:pt x="781889" y="166881"/>
                  </a:cubicBezTo>
                  <a:lnTo>
                    <a:pt x="37335" y="166881"/>
                  </a:lnTo>
                  <a:cubicBezTo>
                    <a:pt x="16715" y="166881"/>
                    <a:pt x="0" y="150166"/>
                    <a:pt x="0" y="129546"/>
                  </a:cubicBezTo>
                  <a:lnTo>
                    <a:pt x="0" y="37335"/>
                  </a:lnTo>
                  <a:cubicBezTo>
                    <a:pt x="0" y="27433"/>
                    <a:pt x="3933" y="17937"/>
                    <a:pt x="10935" y="10935"/>
                  </a:cubicBezTo>
                  <a:cubicBezTo>
                    <a:pt x="17937" y="3933"/>
                    <a:pt x="27433" y="0"/>
                    <a:pt x="37335" y="0"/>
                  </a:cubicBezTo>
                  <a:close/>
                </a:path>
              </a:pathLst>
            </a:custGeom>
            <a:solidFill>
              <a:srgbClr val="442D26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194C4D9-9BF2-C80A-504C-D0B38A3B1C4F}"/>
                </a:ext>
              </a:extLst>
            </p:cNvPr>
            <p:cNvSpPr txBox="1"/>
            <p:nvPr/>
          </p:nvSpPr>
          <p:spPr>
            <a:xfrm>
              <a:off x="0" y="85725"/>
              <a:ext cx="819224" cy="811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20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02B0FD37-C494-218A-84C8-D09EBA5E3E39}"/>
              </a:ext>
            </a:extLst>
          </p:cNvPr>
          <p:cNvGrpSpPr/>
          <p:nvPr/>
        </p:nvGrpSpPr>
        <p:grpSpPr>
          <a:xfrm rot="-5400000">
            <a:off x="8793588" y="266736"/>
            <a:ext cx="932837" cy="19506515"/>
            <a:chOff x="0" y="0"/>
            <a:chExt cx="245685" cy="5137518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6A296792-83A4-9649-88A2-3C8FE4570161}"/>
                </a:ext>
              </a:extLst>
            </p:cNvPr>
            <p:cNvSpPr/>
            <p:nvPr/>
          </p:nvSpPr>
          <p:spPr>
            <a:xfrm>
              <a:off x="0" y="0"/>
              <a:ext cx="245685" cy="5137519"/>
            </a:xfrm>
            <a:custGeom>
              <a:avLst/>
              <a:gdLst/>
              <a:ahLst/>
              <a:cxnLst/>
              <a:rect l="l" t="t" r="r" b="b"/>
              <a:pathLst>
                <a:path w="245685" h="5137519">
                  <a:moveTo>
                    <a:pt x="122843" y="0"/>
                  </a:moveTo>
                  <a:lnTo>
                    <a:pt x="122843" y="0"/>
                  </a:lnTo>
                  <a:cubicBezTo>
                    <a:pt x="190687" y="0"/>
                    <a:pt x="245685" y="54999"/>
                    <a:pt x="245685" y="122843"/>
                  </a:cubicBezTo>
                  <a:lnTo>
                    <a:pt x="245685" y="5014676"/>
                  </a:lnTo>
                  <a:cubicBezTo>
                    <a:pt x="245685" y="5047256"/>
                    <a:pt x="232743" y="5078501"/>
                    <a:pt x="209706" y="5101539"/>
                  </a:cubicBezTo>
                  <a:cubicBezTo>
                    <a:pt x="186668" y="5124576"/>
                    <a:pt x="155423" y="5137519"/>
                    <a:pt x="122843" y="5137519"/>
                  </a:cubicBezTo>
                  <a:lnTo>
                    <a:pt x="122843" y="5137519"/>
                  </a:lnTo>
                  <a:cubicBezTo>
                    <a:pt x="90263" y="5137519"/>
                    <a:pt x="59017" y="5124576"/>
                    <a:pt x="35980" y="5101539"/>
                  </a:cubicBezTo>
                  <a:cubicBezTo>
                    <a:pt x="12942" y="5078501"/>
                    <a:pt x="0" y="5047256"/>
                    <a:pt x="0" y="5014676"/>
                  </a:cubicBezTo>
                  <a:lnTo>
                    <a:pt x="0" y="122843"/>
                  </a:lnTo>
                  <a:cubicBezTo>
                    <a:pt x="0" y="90263"/>
                    <a:pt x="12942" y="59017"/>
                    <a:pt x="35980" y="35980"/>
                  </a:cubicBezTo>
                  <a:cubicBezTo>
                    <a:pt x="59017" y="12942"/>
                    <a:pt x="90263" y="0"/>
                    <a:pt x="122843" y="0"/>
                  </a:cubicBezTo>
                  <a:close/>
                </a:path>
              </a:pathLst>
            </a:custGeom>
            <a:solidFill>
              <a:srgbClr val="442D26"/>
            </a:solidFill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55DF6B45-6C98-EE88-8B70-BC80D9A7717C}"/>
                </a:ext>
              </a:extLst>
            </p:cNvPr>
            <p:cNvSpPr txBox="1"/>
            <p:nvPr/>
          </p:nvSpPr>
          <p:spPr>
            <a:xfrm>
              <a:off x="0" y="85725"/>
              <a:ext cx="245685" cy="50517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20"/>
                </a:lnSpc>
              </a:pPr>
              <a:endParaRPr/>
            </a:p>
          </p:txBody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66A37AE3-40EA-373B-935A-BA03E08FA333}"/>
              </a:ext>
            </a:extLst>
          </p:cNvPr>
          <p:cNvSpPr txBox="1"/>
          <p:nvPr/>
        </p:nvSpPr>
        <p:spPr>
          <a:xfrm>
            <a:off x="2321994" y="876300"/>
            <a:ext cx="13941685" cy="11733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605"/>
              </a:lnSpc>
            </a:pPr>
            <a:r>
              <a:rPr lang="en-US" sz="9000" b="1" dirty="0">
                <a:solidFill>
                  <a:srgbClr val="442D26"/>
                </a:solidFill>
                <a:latin typeface="Saira Bold"/>
                <a:ea typeface="Saira Bold"/>
                <a:cs typeface="Saira Bold"/>
                <a:sym typeface="Saira Bold"/>
              </a:rPr>
              <a:t>Day 5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8CC6183-670E-114E-3AF7-92AB94D88125}"/>
              </a:ext>
            </a:extLst>
          </p:cNvPr>
          <p:cNvSpPr txBox="1"/>
          <p:nvPr/>
        </p:nvSpPr>
        <p:spPr>
          <a:xfrm>
            <a:off x="2761848" y="4220170"/>
            <a:ext cx="14788623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4000" b="1" dirty="0">
                <a:solidFill>
                  <a:srgbClr val="442D26"/>
                </a:solidFill>
                <a:latin typeface="Saira"/>
                <a:ea typeface="Saira"/>
                <a:cs typeface="Saira"/>
                <a:sym typeface="Saira"/>
              </a:rPr>
              <a:t>Conference day</a:t>
            </a:r>
          </a:p>
          <a:p>
            <a:pPr algn="just"/>
            <a:r>
              <a:rPr lang="en-US" sz="4000" b="1" dirty="0">
                <a:solidFill>
                  <a:srgbClr val="442D26"/>
                </a:solidFill>
                <a:latin typeface="Saira"/>
                <a:ea typeface="Saira"/>
                <a:cs typeface="Saira"/>
                <a:sym typeface="Saira"/>
              </a:rPr>
              <a:t>     </a:t>
            </a:r>
          </a:p>
          <a:p>
            <a:pPr algn="just"/>
            <a:r>
              <a:rPr lang="en-US" sz="4000" b="1" dirty="0">
                <a:solidFill>
                  <a:srgbClr val="442D26"/>
                </a:solidFill>
                <a:latin typeface="Saira"/>
                <a:ea typeface="Saira"/>
                <a:cs typeface="Saira"/>
                <a:sym typeface="Saira"/>
              </a:rPr>
              <a:t>     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27036735-8C75-893C-08B1-847187470516}"/>
              </a:ext>
            </a:extLst>
          </p:cNvPr>
          <p:cNvSpPr txBox="1"/>
          <p:nvPr/>
        </p:nvSpPr>
        <p:spPr>
          <a:xfrm>
            <a:off x="16679834" y="1266062"/>
            <a:ext cx="457823" cy="242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2189" dirty="0">
                <a:solidFill>
                  <a:srgbClr val="ECDDD4"/>
                </a:solidFill>
                <a:latin typeface="Saira"/>
                <a:ea typeface="Saira"/>
                <a:cs typeface="Saira"/>
                <a:sym typeface="Saira"/>
              </a:rPr>
              <a:t>08</a:t>
            </a:r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00416C8C-872E-40D2-4EE0-F3CB6ADE6D98}"/>
              </a:ext>
            </a:extLst>
          </p:cNvPr>
          <p:cNvSpPr/>
          <p:nvPr/>
        </p:nvSpPr>
        <p:spPr>
          <a:xfrm flipH="1" flipV="1">
            <a:off x="2024318" y="719454"/>
            <a:ext cx="2" cy="8081645"/>
          </a:xfrm>
          <a:prstGeom prst="line">
            <a:avLst/>
          </a:prstGeom>
          <a:ln w="9525" cap="flat">
            <a:solidFill>
              <a:srgbClr val="442D26"/>
            </a:solidFill>
            <a:prstDash val="solid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337699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DD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-592912" y="-336670"/>
            <a:ext cx="1168491" cy="10960340"/>
            <a:chOff x="0" y="0"/>
            <a:chExt cx="307751" cy="288667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07751" cy="2886674"/>
            </a:xfrm>
            <a:custGeom>
              <a:avLst/>
              <a:gdLst/>
              <a:ahLst/>
              <a:cxnLst/>
              <a:rect l="l" t="t" r="r" b="b"/>
              <a:pathLst>
                <a:path w="307751" h="2886674">
                  <a:moveTo>
                    <a:pt x="99384" y="0"/>
                  </a:moveTo>
                  <a:lnTo>
                    <a:pt x="208367" y="0"/>
                  </a:lnTo>
                  <a:cubicBezTo>
                    <a:pt x="263255" y="0"/>
                    <a:pt x="307751" y="44496"/>
                    <a:pt x="307751" y="99384"/>
                  </a:cubicBezTo>
                  <a:lnTo>
                    <a:pt x="307751" y="2787290"/>
                  </a:lnTo>
                  <a:cubicBezTo>
                    <a:pt x="307751" y="2842178"/>
                    <a:pt x="263255" y="2886674"/>
                    <a:pt x="208367" y="2886674"/>
                  </a:cubicBezTo>
                  <a:lnTo>
                    <a:pt x="99384" y="2886674"/>
                  </a:lnTo>
                  <a:cubicBezTo>
                    <a:pt x="44496" y="2886674"/>
                    <a:pt x="0" y="2842178"/>
                    <a:pt x="0" y="2787290"/>
                  </a:cubicBezTo>
                  <a:lnTo>
                    <a:pt x="0" y="99384"/>
                  </a:lnTo>
                  <a:cubicBezTo>
                    <a:pt x="0" y="44496"/>
                    <a:pt x="44496" y="0"/>
                    <a:pt x="99384" y="0"/>
                  </a:cubicBezTo>
                  <a:close/>
                </a:path>
              </a:pathLst>
            </a:custGeom>
            <a:solidFill>
              <a:srgbClr val="442D26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85725"/>
              <a:ext cx="307751" cy="28009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2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653829" y="1028691"/>
            <a:ext cx="7144533" cy="6970774"/>
            <a:chOff x="82576" y="-9694"/>
            <a:chExt cx="522636" cy="351869"/>
          </a:xfrm>
        </p:grpSpPr>
        <p:sp>
          <p:nvSpPr>
            <p:cNvPr id="8" name="Freeform 8"/>
            <p:cNvSpPr/>
            <p:nvPr/>
          </p:nvSpPr>
          <p:spPr>
            <a:xfrm>
              <a:off x="82576" y="-9694"/>
              <a:ext cx="522636" cy="351869"/>
            </a:xfrm>
            <a:custGeom>
              <a:avLst/>
              <a:gdLst/>
              <a:ahLst/>
              <a:cxnLst/>
              <a:rect l="l" t="t" r="r" b="b"/>
              <a:pathLst>
                <a:path w="622971" h="408562">
                  <a:moveTo>
                    <a:pt x="48872" y="0"/>
                  </a:moveTo>
                  <a:lnTo>
                    <a:pt x="574099" y="0"/>
                  </a:lnTo>
                  <a:cubicBezTo>
                    <a:pt x="601090" y="0"/>
                    <a:pt x="622971" y="21881"/>
                    <a:pt x="622971" y="48872"/>
                  </a:cubicBezTo>
                  <a:lnTo>
                    <a:pt x="622971" y="359690"/>
                  </a:lnTo>
                  <a:cubicBezTo>
                    <a:pt x="622971" y="386681"/>
                    <a:pt x="601090" y="408562"/>
                    <a:pt x="574099" y="408562"/>
                  </a:cubicBezTo>
                  <a:lnTo>
                    <a:pt x="48872" y="408562"/>
                  </a:lnTo>
                  <a:cubicBezTo>
                    <a:pt x="21881" y="408562"/>
                    <a:pt x="0" y="386681"/>
                    <a:pt x="0" y="359690"/>
                  </a:cubicBezTo>
                  <a:lnTo>
                    <a:pt x="0" y="48872"/>
                  </a:lnTo>
                  <a:cubicBezTo>
                    <a:pt x="0" y="21881"/>
                    <a:pt x="21881" y="0"/>
                    <a:pt x="48872" y="0"/>
                  </a:cubicBezTo>
                  <a:close/>
                </a:path>
              </a:pathLst>
            </a:custGeom>
            <a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rightnessContrast bright="-23000" contrast="-33000"/>
                        </a14:imgEffect>
                      </a14:imgLayer>
                    </a14:imgProps>
                  </a:ext>
                </a:extLst>
              </a:blip>
              <a:stretch>
                <a:fillRect t="-794" b="-794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 rot="-5400000">
            <a:off x="15353500" y="-158697"/>
            <a:ext cx="3110490" cy="633626"/>
            <a:chOff x="0" y="0"/>
            <a:chExt cx="819224" cy="16688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9224" cy="166881"/>
            </a:xfrm>
            <a:custGeom>
              <a:avLst/>
              <a:gdLst/>
              <a:ahLst/>
              <a:cxnLst/>
              <a:rect l="l" t="t" r="r" b="b"/>
              <a:pathLst>
                <a:path w="819224" h="166881">
                  <a:moveTo>
                    <a:pt x="37335" y="0"/>
                  </a:moveTo>
                  <a:lnTo>
                    <a:pt x="781889" y="0"/>
                  </a:lnTo>
                  <a:cubicBezTo>
                    <a:pt x="791791" y="0"/>
                    <a:pt x="801287" y="3933"/>
                    <a:pt x="808289" y="10935"/>
                  </a:cubicBezTo>
                  <a:cubicBezTo>
                    <a:pt x="815290" y="17937"/>
                    <a:pt x="819224" y="27433"/>
                    <a:pt x="819224" y="37335"/>
                  </a:cubicBezTo>
                  <a:lnTo>
                    <a:pt x="819224" y="129546"/>
                  </a:lnTo>
                  <a:cubicBezTo>
                    <a:pt x="819224" y="139448"/>
                    <a:pt x="815290" y="148944"/>
                    <a:pt x="808289" y="155946"/>
                  </a:cubicBezTo>
                  <a:cubicBezTo>
                    <a:pt x="801287" y="162948"/>
                    <a:pt x="791791" y="166881"/>
                    <a:pt x="781889" y="166881"/>
                  </a:cubicBezTo>
                  <a:lnTo>
                    <a:pt x="37335" y="166881"/>
                  </a:lnTo>
                  <a:cubicBezTo>
                    <a:pt x="16715" y="166881"/>
                    <a:pt x="0" y="150166"/>
                    <a:pt x="0" y="129546"/>
                  </a:cubicBezTo>
                  <a:lnTo>
                    <a:pt x="0" y="37335"/>
                  </a:lnTo>
                  <a:cubicBezTo>
                    <a:pt x="0" y="27433"/>
                    <a:pt x="3933" y="17937"/>
                    <a:pt x="10935" y="10935"/>
                  </a:cubicBezTo>
                  <a:cubicBezTo>
                    <a:pt x="17937" y="3933"/>
                    <a:pt x="27433" y="0"/>
                    <a:pt x="37335" y="0"/>
                  </a:cubicBezTo>
                  <a:close/>
                </a:path>
              </a:pathLst>
            </a:custGeom>
            <a:solidFill>
              <a:srgbClr val="442D26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85725"/>
              <a:ext cx="819224" cy="811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20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130845" y="1209675"/>
            <a:ext cx="7594787" cy="12911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60"/>
              </a:lnSpc>
            </a:pPr>
            <a:r>
              <a:rPr lang="en-US" sz="9560" b="1" dirty="0">
                <a:solidFill>
                  <a:srgbClr val="442D26"/>
                </a:solidFill>
                <a:latin typeface="Saira Bold"/>
                <a:ea typeface="Saira Bold"/>
                <a:cs typeface="Saira Bold"/>
                <a:sym typeface="Saira Bold"/>
              </a:rPr>
              <a:t>Medicals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905000" y="2628900"/>
            <a:ext cx="8725200" cy="59246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3500" b="1" dirty="0"/>
              <a:t>Blood Test Urine Test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3500" b="1" dirty="0"/>
              <a:t>Chest X-Ray and Ultrasound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3500" b="1" dirty="0"/>
              <a:t>ENT Test (Ear, Nose &amp; Throat)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IN" sz="3500" b="1" dirty="0"/>
              <a:t>Surgical Evaluation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IN" sz="3500" b="1" dirty="0"/>
              <a:t>Eye 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IN" sz="3500" b="1" dirty="0"/>
              <a:t>Dental Test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3500" b="1" dirty="0"/>
              <a:t>Height, Weight, Heartbeat &amp; Blood Pressure test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IN" sz="3500" b="1" dirty="0"/>
              <a:t>Medical Conference</a:t>
            </a:r>
          </a:p>
          <a:p>
            <a:pPr marL="514350" indent="-514350">
              <a:buFont typeface="+mj-lt"/>
              <a:buAutoNum type="arabicPeriod"/>
            </a:pPr>
            <a:endParaRPr lang="en-IN" sz="3500" b="1" dirty="0"/>
          </a:p>
          <a:p>
            <a:endParaRPr lang="en-US" sz="3500" b="1" dirty="0"/>
          </a:p>
        </p:txBody>
      </p:sp>
      <p:sp>
        <p:nvSpPr>
          <p:cNvPr id="20" name="TextBox 20"/>
          <p:cNvSpPr txBox="1"/>
          <p:nvPr/>
        </p:nvSpPr>
        <p:spPr>
          <a:xfrm>
            <a:off x="16591932" y="1266062"/>
            <a:ext cx="633626" cy="242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2189" dirty="0">
                <a:solidFill>
                  <a:srgbClr val="ECDDD4"/>
                </a:solidFill>
                <a:latin typeface="Saira"/>
                <a:ea typeface="Saira"/>
                <a:cs typeface="Saira"/>
                <a:sym typeface="Saira"/>
              </a:rPr>
              <a:t>09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2FCBE-AF14-9C73-30F8-55CC07D48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524258D-3291-C466-8C94-CC3EC9B7FC19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9271008F-9C4D-4CCA-03BA-54D27F754AE1}"/>
              </a:ext>
            </a:extLst>
          </p:cNvPr>
          <p:cNvGrpSpPr/>
          <p:nvPr/>
        </p:nvGrpSpPr>
        <p:grpSpPr>
          <a:xfrm rot="-5400000">
            <a:off x="4459354" y="-3447892"/>
            <a:ext cx="9369292" cy="17290473"/>
            <a:chOff x="0" y="0"/>
            <a:chExt cx="2467632" cy="4553869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25E5FFE3-8A6F-7EE7-8282-3C4DF5388093}"/>
                </a:ext>
              </a:extLst>
            </p:cNvPr>
            <p:cNvSpPr/>
            <p:nvPr/>
          </p:nvSpPr>
          <p:spPr>
            <a:xfrm>
              <a:off x="0" y="0"/>
              <a:ext cx="2467633" cy="4553869"/>
            </a:xfrm>
            <a:custGeom>
              <a:avLst/>
              <a:gdLst/>
              <a:ahLst/>
              <a:cxnLst/>
              <a:rect l="l" t="t" r="r" b="b"/>
              <a:pathLst>
                <a:path w="2467633" h="4553869">
                  <a:moveTo>
                    <a:pt x="25616" y="0"/>
                  </a:moveTo>
                  <a:lnTo>
                    <a:pt x="2442017" y="0"/>
                  </a:lnTo>
                  <a:cubicBezTo>
                    <a:pt x="2448811" y="0"/>
                    <a:pt x="2455326" y="2699"/>
                    <a:pt x="2460130" y="7503"/>
                  </a:cubicBezTo>
                  <a:cubicBezTo>
                    <a:pt x="2464934" y="12306"/>
                    <a:pt x="2467633" y="18822"/>
                    <a:pt x="2467633" y="25616"/>
                  </a:cubicBezTo>
                  <a:lnTo>
                    <a:pt x="2467633" y="4528254"/>
                  </a:lnTo>
                  <a:cubicBezTo>
                    <a:pt x="2467633" y="4535048"/>
                    <a:pt x="2464934" y="4541563"/>
                    <a:pt x="2460130" y="4546367"/>
                  </a:cubicBezTo>
                  <a:cubicBezTo>
                    <a:pt x="2455326" y="4551171"/>
                    <a:pt x="2448811" y="4553869"/>
                    <a:pt x="2442017" y="4553869"/>
                  </a:cubicBezTo>
                  <a:lnTo>
                    <a:pt x="25616" y="4553869"/>
                  </a:lnTo>
                  <a:cubicBezTo>
                    <a:pt x="18822" y="4553869"/>
                    <a:pt x="12306" y="4551171"/>
                    <a:pt x="7503" y="4546367"/>
                  </a:cubicBezTo>
                  <a:cubicBezTo>
                    <a:pt x="2699" y="4541563"/>
                    <a:pt x="0" y="4535048"/>
                    <a:pt x="0" y="4528254"/>
                  </a:cubicBezTo>
                  <a:lnTo>
                    <a:pt x="0" y="25616"/>
                  </a:lnTo>
                  <a:cubicBezTo>
                    <a:pt x="0" y="18822"/>
                    <a:pt x="2699" y="12306"/>
                    <a:pt x="7503" y="7503"/>
                  </a:cubicBezTo>
                  <a:cubicBezTo>
                    <a:pt x="12306" y="2699"/>
                    <a:pt x="18822" y="0"/>
                    <a:pt x="25616" y="0"/>
                  </a:cubicBezTo>
                  <a:close/>
                </a:path>
              </a:pathLst>
            </a:custGeom>
            <a:solidFill>
              <a:srgbClr val="ECDDD4"/>
            </a:solidFill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F5EE9542-1EE2-AFEA-B83D-95C160E82C0B}"/>
                </a:ext>
              </a:extLst>
            </p:cNvPr>
            <p:cNvSpPr txBox="1"/>
            <p:nvPr/>
          </p:nvSpPr>
          <p:spPr>
            <a:xfrm>
              <a:off x="0" y="85725"/>
              <a:ext cx="2467632" cy="44681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20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D68A72CE-2509-3AB8-A37D-AA271D4F9B5E}"/>
              </a:ext>
            </a:extLst>
          </p:cNvPr>
          <p:cNvGrpSpPr/>
          <p:nvPr/>
        </p:nvGrpSpPr>
        <p:grpSpPr>
          <a:xfrm rot="-5400000">
            <a:off x="15353500" y="-158697"/>
            <a:ext cx="3110490" cy="633626"/>
            <a:chOff x="0" y="0"/>
            <a:chExt cx="819224" cy="166881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67663896-25AA-DA6F-481F-B3898F6E3ABC}"/>
                </a:ext>
              </a:extLst>
            </p:cNvPr>
            <p:cNvSpPr/>
            <p:nvPr/>
          </p:nvSpPr>
          <p:spPr>
            <a:xfrm>
              <a:off x="0" y="0"/>
              <a:ext cx="819224" cy="166881"/>
            </a:xfrm>
            <a:custGeom>
              <a:avLst/>
              <a:gdLst/>
              <a:ahLst/>
              <a:cxnLst/>
              <a:rect l="l" t="t" r="r" b="b"/>
              <a:pathLst>
                <a:path w="819224" h="166881">
                  <a:moveTo>
                    <a:pt x="37335" y="0"/>
                  </a:moveTo>
                  <a:lnTo>
                    <a:pt x="781889" y="0"/>
                  </a:lnTo>
                  <a:cubicBezTo>
                    <a:pt x="791791" y="0"/>
                    <a:pt x="801287" y="3933"/>
                    <a:pt x="808289" y="10935"/>
                  </a:cubicBezTo>
                  <a:cubicBezTo>
                    <a:pt x="815290" y="17937"/>
                    <a:pt x="819224" y="27433"/>
                    <a:pt x="819224" y="37335"/>
                  </a:cubicBezTo>
                  <a:lnTo>
                    <a:pt x="819224" y="129546"/>
                  </a:lnTo>
                  <a:cubicBezTo>
                    <a:pt x="819224" y="139448"/>
                    <a:pt x="815290" y="148944"/>
                    <a:pt x="808289" y="155946"/>
                  </a:cubicBezTo>
                  <a:cubicBezTo>
                    <a:pt x="801287" y="162948"/>
                    <a:pt x="791791" y="166881"/>
                    <a:pt x="781889" y="166881"/>
                  </a:cubicBezTo>
                  <a:lnTo>
                    <a:pt x="37335" y="166881"/>
                  </a:lnTo>
                  <a:cubicBezTo>
                    <a:pt x="16715" y="166881"/>
                    <a:pt x="0" y="150166"/>
                    <a:pt x="0" y="129546"/>
                  </a:cubicBezTo>
                  <a:lnTo>
                    <a:pt x="0" y="37335"/>
                  </a:lnTo>
                  <a:cubicBezTo>
                    <a:pt x="0" y="27433"/>
                    <a:pt x="3933" y="17937"/>
                    <a:pt x="10935" y="10935"/>
                  </a:cubicBezTo>
                  <a:cubicBezTo>
                    <a:pt x="17937" y="3933"/>
                    <a:pt x="27433" y="0"/>
                    <a:pt x="37335" y="0"/>
                  </a:cubicBezTo>
                  <a:close/>
                </a:path>
              </a:pathLst>
            </a:custGeom>
            <a:solidFill>
              <a:srgbClr val="442D26"/>
            </a:solidFill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ED6B15BB-2ED3-D95D-A729-6BFDA8B47543}"/>
                </a:ext>
              </a:extLst>
            </p:cNvPr>
            <p:cNvSpPr txBox="1"/>
            <p:nvPr/>
          </p:nvSpPr>
          <p:spPr>
            <a:xfrm>
              <a:off x="0" y="85725"/>
              <a:ext cx="819224" cy="811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20"/>
                </a:lnSpc>
              </a:pPr>
              <a:endParaRPr/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A6B03C9E-3CE6-AA04-BB05-9B66E2EC2F1F}"/>
              </a:ext>
            </a:extLst>
          </p:cNvPr>
          <p:cNvSpPr txBox="1"/>
          <p:nvPr/>
        </p:nvSpPr>
        <p:spPr>
          <a:xfrm>
            <a:off x="1447800" y="808704"/>
            <a:ext cx="9617842" cy="13991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0368"/>
              </a:lnSpc>
            </a:pPr>
            <a:r>
              <a:rPr lang="en-US" sz="10000" b="1" dirty="0">
                <a:solidFill>
                  <a:srgbClr val="442D26"/>
                </a:solidFill>
                <a:latin typeface="Saira Bold"/>
                <a:ea typeface="Saira Bold"/>
                <a:cs typeface="Saira Bold"/>
                <a:sym typeface="Saira Bold"/>
              </a:rPr>
              <a:t>Stay near SSB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36A57C76-8315-5619-AFD7-736DB95EBE37}"/>
              </a:ext>
            </a:extLst>
          </p:cNvPr>
          <p:cNvSpPr txBox="1"/>
          <p:nvPr/>
        </p:nvSpPr>
        <p:spPr>
          <a:xfrm>
            <a:off x="1490589" y="2466724"/>
            <a:ext cx="15306821" cy="58477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solidFill>
                  <a:srgbClr val="663300"/>
                </a:solidFill>
                <a:latin typeface="Arial" panose="020B0604020202020204" pitchFamily="34" charset="0"/>
              </a:rPr>
              <a:t>SSB Allahabad Batch no. tells the board you're going to give SSB for11SSB ------ 35xxx14SSB ------ 71xxx18 SSB----- 38xxx19SSB ----- 39xxx34 SSB----- 46xxx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solidFill>
                  <a:srgbClr val="663300"/>
                </a:solidFill>
                <a:latin typeface="Arial" panose="020B0604020202020204" pitchFamily="34" charset="0"/>
              </a:rPr>
              <a:t>Stays -- Dharmshala inside SSB (best, 600m from centre,₹200/head call letter mandatory before check-in)- Hotel </a:t>
            </a:r>
            <a:r>
              <a:rPr lang="en-US" altLang="en-US" sz="2000" b="1" dirty="0" err="1">
                <a:solidFill>
                  <a:srgbClr val="663300"/>
                </a:solidFill>
                <a:latin typeface="Arial" panose="020B0604020202020204" pitchFamily="34" charset="0"/>
              </a:rPr>
              <a:t>veenit</a:t>
            </a:r>
            <a:r>
              <a:rPr lang="en-US" altLang="en-US" sz="2000" b="1" dirty="0">
                <a:solidFill>
                  <a:srgbClr val="663300"/>
                </a:solidFill>
                <a:latin typeface="Arial" panose="020B0604020202020204" pitchFamily="34" charset="0"/>
              </a:rPr>
              <a:t> (₹250)- Dormitory managed by EX army officer, ₹1000 per night, free drop facility in the morning)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 b="1" dirty="0">
              <a:solidFill>
                <a:srgbClr val="663300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solidFill>
                  <a:srgbClr val="663300"/>
                </a:solidFill>
                <a:latin typeface="Arial" panose="020B0604020202020204" pitchFamily="34" charset="0"/>
              </a:rPr>
              <a:t>SSB Bhopal 20SSB----- 40XXX21SSB----- 72XXX22SSB----- 42XXX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solidFill>
                  <a:srgbClr val="663300"/>
                </a:solidFill>
                <a:latin typeface="Arial" panose="020B0604020202020204" pitchFamily="34" charset="0"/>
              </a:rPr>
              <a:t>Stays -- Jain dharmshala (800m from </a:t>
            </a:r>
            <a:r>
              <a:rPr lang="en-US" altLang="en-US" sz="2000" b="1" dirty="0" err="1">
                <a:solidFill>
                  <a:srgbClr val="663300"/>
                </a:solidFill>
                <a:latin typeface="Arial" panose="020B0604020202020204" pitchFamily="34" charset="0"/>
              </a:rPr>
              <a:t>centre</a:t>
            </a:r>
            <a:r>
              <a:rPr lang="en-US" altLang="en-US" sz="2000" b="1" dirty="0">
                <a:solidFill>
                  <a:srgbClr val="663300"/>
                </a:solidFill>
                <a:latin typeface="Arial" panose="020B0604020202020204" pitchFamily="34" charset="0"/>
              </a:rPr>
              <a:t>, ₹200/head, ₹50 for dinner gufa mandir just opposite)- Dev </a:t>
            </a:r>
            <a:r>
              <a:rPr lang="en-US" altLang="en-US" sz="2000" b="1" dirty="0" err="1">
                <a:solidFill>
                  <a:srgbClr val="663300"/>
                </a:solidFill>
                <a:latin typeface="Arial" panose="020B0604020202020204" pitchFamily="34" charset="0"/>
              </a:rPr>
              <a:t>begas</a:t>
            </a:r>
            <a:r>
              <a:rPr lang="en-US" altLang="en-US" sz="2000" b="1" dirty="0">
                <a:solidFill>
                  <a:srgbClr val="6633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b="1" dirty="0" err="1">
                <a:solidFill>
                  <a:srgbClr val="663300"/>
                </a:solidFill>
                <a:latin typeface="Arial" panose="020B0604020202020204" pitchFamily="34" charset="0"/>
              </a:rPr>
              <a:t>sanik</a:t>
            </a:r>
            <a:r>
              <a:rPr lang="en-US" altLang="en-US" sz="2000" b="1" dirty="0">
                <a:solidFill>
                  <a:srgbClr val="6633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b="1" dirty="0" err="1">
                <a:solidFill>
                  <a:srgbClr val="663300"/>
                </a:solidFill>
                <a:latin typeface="Arial" panose="020B0604020202020204" pitchFamily="34" charset="0"/>
              </a:rPr>
              <a:t>aramgruh</a:t>
            </a:r>
            <a:r>
              <a:rPr lang="en-US" altLang="en-US" sz="2000" b="1" dirty="0">
                <a:solidFill>
                  <a:srgbClr val="663300"/>
                </a:solidFill>
                <a:latin typeface="Arial" panose="020B0604020202020204" pitchFamily="34" charset="0"/>
              </a:rPr>
              <a:t>, 96859 62886, Sardar Vallabh Bhai Patel Polytechnic </a:t>
            </a:r>
            <a:r>
              <a:rPr lang="en-US" altLang="en-US" sz="2000" b="1" dirty="0" err="1">
                <a:solidFill>
                  <a:srgbClr val="663300"/>
                </a:solidFill>
                <a:latin typeface="Arial" panose="020B0604020202020204" pitchFamily="34" charset="0"/>
              </a:rPr>
              <a:t>Chouraha</a:t>
            </a:r>
            <a:r>
              <a:rPr lang="en-US" altLang="en-US" sz="2000" b="1" dirty="0">
                <a:solidFill>
                  <a:srgbClr val="663300"/>
                </a:solidFill>
                <a:latin typeface="Arial" panose="020B0604020202020204" pitchFamily="34" charset="0"/>
              </a:rPr>
              <a:t>, 45 </a:t>
            </a:r>
            <a:r>
              <a:rPr lang="en-US" altLang="en-US" sz="2000" b="1" dirty="0" err="1">
                <a:solidFill>
                  <a:srgbClr val="663300"/>
                </a:solidFill>
                <a:latin typeface="Arial" panose="020B0604020202020204" pitchFamily="34" charset="0"/>
              </a:rPr>
              <a:t>Bunglows</a:t>
            </a:r>
            <a:r>
              <a:rPr lang="en-US" altLang="en-US" sz="2000" b="1" dirty="0">
                <a:solidFill>
                  <a:srgbClr val="663300"/>
                </a:solidFill>
                <a:latin typeface="Arial" panose="020B0604020202020204" pitchFamily="34" charset="0"/>
              </a:rPr>
              <a:t>, North TT Nagar, TT Nagar, Bhopal, Madhya Pradesh 462003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 b="1" dirty="0">
              <a:solidFill>
                <a:srgbClr val="663300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solidFill>
                  <a:srgbClr val="663300"/>
                </a:solidFill>
                <a:latin typeface="Arial" panose="020B0604020202020204" pitchFamily="34" charset="0"/>
              </a:rPr>
              <a:t>SSB Jalandhar31SSB ----- 81XXX32SSB----- 92XXX Stays- Sodhi PG - Bada baba </a:t>
            </a:r>
            <a:r>
              <a:rPr lang="en-US" altLang="en-US" sz="2000" b="1" dirty="0" err="1">
                <a:solidFill>
                  <a:srgbClr val="663300"/>
                </a:solidFill>
                <a:latin typeface="Arial" panose="020B0604020202020204" pitchFamily="34" charset="0"/>
              </a:rPr>
              <a:t>gurdware</a:t>
            </a:r>
            <a:r>
              <a:rPr lang="en-US" altLang="en-US" sz="2000" b="1" dirty="0">
                <a:solidFill>
                  <a:srgbClr val="6633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b="1" dirty="0" err="1">
                <a:solidFill>
                  <a:srgbClr val="663300"/>
                </a:solidFill>
                <a:latin typeface="Arial" panose="020B0604020202020204" pitchFamily="34" charset="0"/>
              </a:rPr>
              <a:t>ke</a:t>
            </a:r>
            <a:r>
              <a:rPr lang="en-US" altLang="en-US" sz="2000" b="1" dirty="0">
                <a:solidFill>
                  <a:srgbClr val="663300"/>
                </a:solidFill>
                <a:latin typeface="Arial" panose="020B0604020202020204" pitchFamily="34" charset="0"/>
              </a:rPr>
              <a:t> pass, H.No.43, Modern Estate, Near pinky tent house, </a:t>
            </a:r>
            <a:r>
              <a:rPr lang="en-US" altLang="en-US" sz="2000" b="1" dirty="0" err="1">
                <a:solidFill>
                  <a:srgbClr val="663300"/>
                </a:solidFill>
                <a:latin typeface="Arial" panose="020B0604020202020204" pitchFamily="34" charset="0"/>
              </a:rPr>
              <a:t>dakoha</a:t>
            </a:r>
            <a:r>
              <a:rPr lang="en-US" altLang="en-US" sz="2000" b="1" dirty="0">
                <a:solidFill>
                  <a:srgbClr val="663300"/>
                </a:solidFill>
                <a:latin typeface="Arial" panose="020B0604020202020204" pitchFamily="34" charset="0"/>
              </a:rPr>
              <a:t>, </a:t>
            </a:r>
            <a:r>
              <a:rPr lang="en-US" altLang="en-US" sz="2000" b="1" dirty="0" err="1">
                <a:solidFill>
                  <a:srgbClr val="663300"/>
                </a:solidFill>
                <a:latin typeface="Arial" panose="020B0604020202020204" pitchFamily="34" charset="0"/>
              </a:rPr>
              <a:t>rama</a:t>
            </a:r>
            <a:r>
              <a:rPr lang="en-US" altLang="en-US" sz="2000" b="1" dirty="0">
                <a:solidFill>
                  <a:srgbClr val="663300"/>
                </a:solidFill>
                <a:latin typeface="Arial" panose="020B0604020202020204" pitchFamily="34" charset="0"/>
              </a:rPr>
              <a:t> mandir, </a:t>
            </a:r>
            <a:r>
              <a:rPr lang="en-US" altLang="en-US" sz="2000" b="1" dirty="0" err="1">
                <a:solidFill>
                  <a:srgbClr val="663300"/>
                </a:solidFill>
                <a:latin typeface="Arial" panose="020B0604020202020204" pitchFamily="34" charset="0"/>
              </a:rPr>
              <a:t>jalandhar</a:t>
            </a:r>
            <a:r>
              <a:rPr lang="en-US" altLang="en-US" sz="2000" b="1" dirty="0">
                <a:solidFill>
                  <a:srgbClr val="663300"/>
                </a:solidFill>
                <a:latin typeface="Arial" panose="020B0604020202020204" pitchFamily="34" charset="0"/>
              </a:rPr>
              <a:t> - 9872738031, 8437388717 - ₹100/night - Comfort PG - 1km - from </a:t>
            </a:r>
            <a:r>
              <a:rPr lang="en-US" altLang="en-US" sz="2000" b="1" dirty="0" err="1">
                <a:solidFill>
                  <a:srgbClr val="663300"/>
                </a:solidFill>
                <a:latin typeface="Arial" panose="020B0604020202020204" pitchFamily="34" charset="0"/>
              </a:rPr>
              <a:t>centre</a:t>
            </a:r>
            <a:r>
              <a:rPr lang="en-US" altLang="en-US" sz="2000" b="1" dirty="0">
                <a:solidFill>
                  <a:srgbClr val="663300"/>
                </a:solidFill>
                <a:latin typeface="Arial" panose="020B0604020202020204" pitchFamily="34" charset="0"/>
              </a:rPr>
              <a:t> 700 for single person 900 for 3- Babri Dharmshala - https://goo.gl/maps/kaJXb3CzkxGQvHrP8 - 9878746006- SSB Stay at Jalandhar, Dormitory &amp; PG - 27-B, Beant </a:t>
            </a:r>
            <a:r>
              <a:rPr lang="en-US" altLang="en-US" sz="2000" b="1" dirty="0" err="1">
                <a:solidFill>
                  <a:srgbClr val="663300"/>
                </a:solidFill>
                <a:latin typeface="Arial" panose="020B0604020202020204" pitchFamily="34" charset="0"/>
              </a:rPr>
              <a:t>nagar</a:t>
            </a:r>
            <a:r>
              <a:rPr lang="en-US" altLang="en-US" sz="2000" b="1" dirty="0">
                <a:solidFill>
                  <a:srgbClr val="663300"/>
                </a:solidFill>
                <a:latin typeface="Arial" panose="020B0604020202020204" pitchFamily="34" charset="0"/>
              </a:rPr>
              <a:t> – 9465331052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 b="1" dirty="0">
              <a:solidFill>
                <a:srgbClr val="663300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solidFill>
                  <a:srgbClr val="663300"/>
                </a:solidFill>
                <a:latin typeface="Arial" panose="020B0604020202020204" pitchFamily="34" charset="0"/>
              </a:rPr>
              <a:t>SSB Bangalore17SSB ----- 63XXX24SSB ----- 68XXXStays- Sri </a:t>
            </a:r>
            <a:r>
              <a:rPr lang="en-US" altLang="en-US" sz="2000" b="1" dirty="0" err="1">
                <a:solidFill>
                  <a:srgbClr val="663300"/>
                </a:solidFill>
                <a:latin typeface="Arial" panose="020B0604020202020204" pitchFamily="34" charset="0"/>
              </a:rPr>
              <a:t>Sri</a:t>
            </a:r>
            <a:r>
              <a:rPr lang="en-US" altLang="en-US" sz="2000" b="1" dirty="0">
                <a:solidFill>
                  <a:srgbClr val="663300"/>
                </a:solidFill>
                <a:latin typeface="Arial" panose="020B0604020202020204" pitchFamily="34" charset="0"/>
              </a:rPr>
              <a:t> Ravishankar Bal Mandir, Ashram, 21KM, </a:t>
            </a:r>
            <a:r>
              <a:rPr lang="en-US" altLang="en-US" sz="2000" b="1" dirty="0" err="1">
                <a:solidFill>
                  <a:srgbClr val="663300"/>
                </a:solidFill>
                <a:latin typeface="Arial" panose="020B0604020202020204" pitchFamily="34" charset="0"/>
              </a:rPr>
              <a:t>Kanakapura</a:t>
            </a:r>
            <a:r>
              <a:rPr lang="en-US" altLang="en-US" sz="2000" b="1" dirty="0">
                <a:solidFill>
                  <a:srgbClr val="663300"/>
                </a:solidFill>
                <a:latin typeface="Arial" panose="020B0604020202020204" pitchFamily="34" charset="0"/>
              </a:rPr>
              <a:t> Rd, opp. Art Of Living Ashram, Jayanagar, Bengaluru, Karnataka 560082 (31km from the </a:t>
            </a:r>
            <a:r>
              <a:rPr lang="en-US" altLang="en-US" sz="2000" b="1" dirty="0" err="1">
                <a:solidFill>
                  <a:srgbClr val="663300"/>
                </a:solidFill>
                <a:latin typeface="Arial" panose="020B0604020202020204" pitchFamily="34" charset="0"/>
              </a:rPr>
              <a:t>centre</a:t>
            </a:r>
            <a:r>
              <a:rPr lang="en-US" altLang="en-US" sz="2000" b="1" dirty="0">
                <a:solidFill>
                  <a:srgbClr val="663300"/>
                </a:solidFill>
                <a:latin typeface="Arial" panose="020B0604020202020204" pitchFamily="34" charset="0"/>
              </a:rPr>
              <a:t>, ₹150/day)- Hotel townhall (₹650/head)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 b="1" dirty="0">
              <a:solidFill>
                <a:srgbClr val="663300"/>
              </a:solidFill>
              <a:latin typeface="Arial" panose="020B0604020202020204" pitchFamily="34" charset="0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E6BF9CF6-32DA-B51C-3785-948EFCE8B64D}"/>
              </a:ext>
            </a:extLst>
          </p:cNvPr>
          <p:cNvSpPr txBox="1"/>
          <p:nvPr/>
        </p:nvSpPr>
        <p:spPr>
          <a:xfrm>
            <a:off x="16591932" y="1266062"/>
            <a:ext cx="633626" cy="242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2189" dirty="0">
                <a:solidFill>
                  <a:srgbClr val="ECDDD4"/>
                </a:solidFill>
                <a:latin typeface="Saira"/>
                <a:ea typeface="Saira"/>
                <a:cs typeface="Saira"/>
                <a:sym typeface="Saira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3402378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11945-0E1E-E9AF-CB50-A3F19FD87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53D8582-DAE1-A5C2-D3DB-99F3D15543F2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2DD188C5-516B-2818-8F34-D5A93E8C7E97}"/>
              </a:ext>
            </a:extLst>
          </p:cNvPr>
          <p:cNvGrpSpPr/>
          <p:nvPr/>
        </p:nvGrpSpPr>
        <p:grpSpPr>
          <a:xfrm rot="-5400000">
            <a:off x="4459354" y="-3447892"/>
            <a:ext cx="9369292" cy="17290473"/>
            <a:chOff x="0" y="0"/>
            <a:chExt cx="2467632" cy="4553869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209827A6-C1BC-5E71-44DB-516FC80B360E}"/>
                </a:ext>
              </a:extLst>
            </p:cNvPr>
            <p:cNvSpPr/>
            <p:nvPr/>
          </p:nvSpPr>
          <p:spPr>
            <a:xfrm>
              <a:off x="0" y="0"/>
              <a:ext cx="2467633" cy="4553869"/>
            </a:xfrm>
            <a:custGeom>
              <a:avLst/>
              <a:gdLst/>
              <a:ahLst/>
              <a:cxnLst/>
              <a:rect l="l" t="t" r="r" b="b"/>
              <a:pathLst>
                <a:path w="2467633" h="4553869">
                  <a:moveTo>
                    <a:pt x="25616" y="0"/>
                  </a:moveTo>
                  <a:lnTo>
                    <a:pt x="2442017" y="0"/>
                  </a:lnTo>
                  <a:cubicBezTo>
                    <a:pt x="2448811" y="0"/>
                    <a:pt x="2455326" y="2699"/>
                    <a:pt x="2460130" y="7503"/>
                  </a:cubicBezTo>
                  <a:cubicBezTo>
                    <a:pt x="2464934" y="12306"/>
                    <a:pt x="2467633" y="18822"/>
                    <a:pt x="2467633" y="25616"/>
                  </a:cubicBezTo>
                  <a:lnTo>
                    <a:pt x="2467633" y="4528254"/>
                  </a:lnTo>
                  <a:cubicBezTo>
                    <a:pt x="2467633" y="4535048"/>
                    <a:pt x="2464934" y="4541563"/>
                    <a:pt x="2460130" y="4546367"/>
                  </a:cubicBezTo>
                  <a:cubicBezTo>
                    <a:pt x="2455326" y="4551171"/>
                    <a:pt x="2448811" y="4553869"/>
                    <a:pt x="2442017" y="4553869"/>
                  </a:cubicBezTo>
                  <a:lnTo>
                    <a:pt x="25616" y="4553869"/>
                  </a:lnTo>
                  <a:cubicBezTo>
                    <a:pt x="18822" y="4553869"/>
                    <a:pt x="12306" y="4551171"/>
                    <a:pt x="7503" y="4546367"/>
                  </a:cubicBezTo>
                  <a:cubicBezTo>
                    <a:pt x="2699" y="4541563"/>
                    <a:pt x="0" y="4535048"/>
                    <a:pt x="0" y="4528254"/>
                  </a:cubicBezTo>
                  <a:lnTo>
                    <a:pt x="0" y="25616"/>
                  </a:lnTo>
                  <a:cubicBezTo>
                    <a:pt x="0" y="18822"/>
                    <a:pt x="2699" y="12306"/>
                    <a:pt x="7503" y="7503"/>
                  </a:cubicBezTo>
                  <a:cubicBezTo>
                    <a:pt x="12306" y="2699"/>
                    <a:pt x="18822" y="0"/>
                    <a:pt x="25616" y="0"/>
                  </a:cubicBezTo>
                  <a:close/>
                </a:path>
              </a:pathLst>
            </a:custGeom>
            <a:solidFill>
              <a:srgbClr val="ECDDD4"/>
            </a:solidFill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ABEC2306-E4BE-8FB3-F7A7-5E7ED60DB19B}"/>
                </a:ext>
              </a:extLst>
            </p:cNvPr>
            <p:cNvSpPr txBox="1"/>
            <p:nvPr/>
          </p:nvSpPr>
          <p:spPr>
            <a:xfrm>
              <a:off x="0" y="85725"/>
              <a:ext cx="2467632" cy="44681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20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8876DFDF-3172-A97A-5331-0195CB58C403}"/>
              </a:ext>
            </a:extLst>
          </p:cNvPr>
          <p:cNvGrpSpPr/>
          <p:nvPr/>
        </p:nvGrpSpPr>
        <p:grpSpPr>
          <a:xfrm rot="-5400000">
            <a:off x="15353500" y="-158697"/>
            <a:ext cx="3110490" cy="633626"/>
            <a:chOff x="0" y="0"/>
            <a:chExt cx="819224" cy="166881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C1AC3A95-FA07-60F3-73CB-A6CB2975A25D}"/>
                </a:ext>
              </a:extLst>
            </p:cNvPr>
            <p:cNvSpPr/>
            <p:nvPr/>
          </p:nvSpPr>
          <p:spPr>
            <a:xfrm>
              <a:off x="0" y="0"/>
              <a:ext cx="819224" cy="166881"/>
            </a:xfrm>
            <a:custGeom>
              <a:avLst/>
              <a:gdLst/>
              <a:ahLst/>
              <a:cxnLst/>
              <a:rect l="l" t="t" r="r" b="b"/>
              <a:pathLst>
                <a:path w="819224" h="166881">
                  <a:moveTo>
                    <a:pt x="37335" y="0"/>
                  </a:moveTo>
                  <a:lnTo>
                    <a:pt x="781889" y="0"/>
                  </a:lnTo>
                  <a:cubicBezTo>
                    <a:pt x="791791" y="0"/>
                    <a:pt x="801287" y="3933"/>
                    <a:pt x="808289" y="10935"/>
                  </a:cubicBezTo>
                  <a:cubicBezTo>
                    <a:pt x="815290" y="17937"/>
                    <a:pt x="819224" y="27433"/>
                    <a:pt x="819224" y="37335"/>
                  </a:cubicBezTo>
                  <a:lnTo>
                    <a:pt x="819224" y="129546"/>
                  </a:lnTo>
                  <a:cubicBezTo>
                    <a:pt x="819224" y="139448"/>
                    <a:pt x="815290" y="148944"/>
                    <a:pt x="808289" y="155946"/>
                  </a:cubicBezTo>
                  <a:cubicBezTo>
                    <a:pt x="801287" y="162948"/>
                    <a:pt x="791791" y="166881"/>
                    <a:pt x="781889" y="166881"/>
                  </a:cubicBezTo>
                  <a:lnTo>
                    <a:pt x="37335" y="166881"/>
                  </a:lnTo>
                  <a:cubicBezTo>
                    <a:pt x="16715" y="166881"/>
                    <a:pt x="0" y="150166"/>
                    <a:pt x="0" y="129546"/>
                  </a:cubicBezTo>
                  <a:lnTo>
                    <a:pt x="0" y="37335"/>
                  </a:lnTo>
                  <a:cubicBezTo>
                    <a:pt x="0" y="27433"/>
                    <a:pt x="3933" y="17937"/>
                    <a:pt x="10935" y="10935"/>
                  </a:cubicBezTo>
                  <a:cubicBezTo>
                    <a:pt x="17937" y="3933"/>
                    <a:pt x="27433" y="0"/>
                    <a:pt x="37335" y="0"/>
                  </a:cubicBezTo>
                  <a:close/>
                </a:path>
              </a:pathLst>
            </a:custGeom>
            <a:solidFill>
              <a:srgbClr val="442D26"/>
            </a:solidFill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1C6BBFB8-F429-2A78-2D0C-613D41260719}"/>
                </a:ext>
              </a:extLst>
            </p:cNvPr>
            <p:cNvSpPr txBox="1"/>
            <p:nvPr/>
          </p:nvSpPr>
          <p:spPr>
            <a:xfrm>
              <a:off x="0" y="85725"/>
              <a:ext cx="819224" cy="811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20"/>
                </a:lnSpc>
              </a:pPr>
              <a:endParaRPr/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7E1A9AB2-88C6-5F69-A71B-E20F14C208FA}"/>
              </a:ext>
            </a:extLst>
          </p:cNvPr>
          <p:cNvSpPr txBox="1"/>
          <p:nvPr/>
        </p:nvSpPr>
        <p:spPr>
          <a:xfrm>
            <a:off x="1447800" y="808704"/>
            <a:ext cx="9617842" cy="13991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0368"/>
              </a:lnSpc>
            </a:pPr>
            <a:r>
              <a:rPr lang="en-US" sz="10000" b="1" dirty="0">
                <a:solidFill>
                  <a:srgbClr val="442D26"/>
                </a:solidFill>
                <a:latin typeface="Saira Bold"/>
                <a:ea typeface="Saira Bold"/>
                <a:cs typeface="Saira Bold"/>
                <a:sym typeface="Saira Bold"/>
              </a:rPr>
              <a:t>Stay near SSB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D6BA5994-322C-B222-8ED8-F931ECF9D62D}"/>
              </a:ext>
            </a:extLst>
          </p:cNvPr>
          <p:cNvSpPr txBox="1"/>
          <p:nvPr/>
        </p:nvSpPr>
        <p:spPr>
          <a:xfrm>
            <a:off x="1447800" y="2961168"/>
            <a:ext cx="15306821" cy="52322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b="1" dirty="0">
              <a:solidFill>
                <a:srgbClr val="663300"/>
              </a:solidFill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solidFill>
                  <a:srgbClr val="663300"/>
                </a:solidFill>
                <a:latin typeface="Arial" panose="020B0604020202020204" pitchFamily="34" charset="0"/>
              </a:rPr>
              <a:t>4AFSB Varanasi - Om Inn hotel residency (₹700 per head)- Dormitory by </a:t>
            </a:r>
            <a:r>
              <a:rPr lang="en-US" altLang="en-US" sz="2000" b="1" dirty="0" err="1">
                <a:solidFill>
                  <a:srgbClr val="663300"/>
                </a:solidFill>
                <a:latin typeface="Arial" panose="020B0604020202020204" pitchFamily="34" charset="0"/>
              </a:rPr>
              <a:t>Irctc</a:t>
            </a:r>
            <a:endParaRPr lang="en-US" altLang="en-US" sz="2000" b="1" dirty="0">
              <a:solidFill>
                <a:srgbClr val="663300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 b="1" dirty="0">
              <a:solidFill>
                <a:srgbClr val="663300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solidFill>
                  <a:srgbClr val="663300"/>
                </a:solidFill>
                <a:latin typeface="Arial" panose="020B0604020202020204" pitchFamily="34" charset="0"/>
              </a:rPr>
              <a:t>3AFSB Gandhinagar - </a:t>
            </a:r>
            <a:r>
              <a:rPr lang="en-US" altLang="en-US" sz="2000" b="1" dirty="0" err="1">
                <a:solidFill>
                  <a:srgbClr val="663300"/>
                </a:solidFill>
                <a:latin typeface="Arial" panose="020B0604020202020204" pitchFamily="34" charset="0"/>
              </a:rPr>
              <a:t>Kadva</a:t>
            </a:r>
            <a:r>
              <a:rPr lang="en-US" altLang="en-US" sz="2000" b="1" dirty="0">
                <a:solidFill>
                  <a:srgbClr val="663300"/>
                </a:solidFill>
                <a:latin typeface="Arial" panose="020B0604020202020204" pitchFamily="34" charset="0"/>
              </a:rPr>
              <a:t> Patidar Samaj, pocket friendly and near to reporting place.- Youth hostel (₹135 per head, dormitory)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 b="1" dirty="0">
              <a:solidFill>
                <a:srgbClr val="663300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solidFill>
                  <a:srgbClr val="663300"/>
                </a:solidFill>
                <a:latin typeface="Arial" panose="020B0604020202020204" pitchFamily="34" charset="0"/>
              </a:rPr>
              <a:t>5AFSB Guwahati - Royal </a:t>
            </a:r>
            <a:r>
              <a:rPr lang="en-US" altLang="en-US" sz="2000" b="1" dirty="0" err="1">
                <a:solidFill>
                  <a:srgbClr val="663300"/>
                </a:solidFill>
                <a:latin typeface="Arial" panose="020B0604020202020204" pitchFamily="34" charset="0"/>
              </a:rPr>
              <a:t>Arunanchalee</a:t>
            </a:r>
            <a:r>
              <a:rPr lang="en-US" altLang="en-US" sz="2000" b="1" dirty="0">
                <a:solidFill>
                  <a:srgbClr val="663300"/>
                </a:solidFill>
                <a:latin typeface="Arial" panose="020B0604020202020204" pitchFamily="34" charset="0"/>
              </a:rPr>
              <a:t> Guest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 b="1" dirty="0">
              <a:solidFill>
                <a:srgbClr val="663300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solidFill>
                  <a:srgbClr val="663300"/>
                </a:solidFill>
                <a:latin typeface="Arial" panose="020B0604020202020204" pitchFamily="34" charset="0"/>
              </a:rPr>
              <a:t>2AFSB Mysore - Ginger Mysore (800m from AFSB BUT ₹₹₹)- Shreyas Residency (₹650 per head,1.3km from the </a:t>
            </a:r>
            <a:r>
              <a:rPr lang="en-US" altLang="en-US" sz="2000" b="1" dirty="0" err="1">
                <a:solidFill>
                  <a:srgbClr val="663300"/>
                </a:solidFill>
                <a:latin typeface="Arial" panose="020B0604020202020204" pitchFamily="34" charset="0"/>
              </a:rPr>
              <a:t>centre</a:t>
            </a:r>
            <a:r>
              <a:rPr lang="en-US" altLang="en-US" sz="2000" b="1" dirty="0">
                <a:solidFill>
                  <a:srgbClr val="663300"/>
                </a:solidFill>
                <a:latin typeface="Arial" panose="020B0604020202020204" pitchFamily="34" charset="0"/>
              </a:rPr>
              <a:t>)- San </a:t>
            </a:r>
            <a:r>
              <a:rPr lang="en-US" altLang="en-US" sz="2000" b="1" dirty="0" err="1">
                <a:solidFill>
                  <a:srgbClr val="663300"/>
                </a:solidFill>
                <a:latin typeface="Arial" panose="020B0604020202020204" pitchFamily="34" charset="0"/>
              </a:rPr>
              <a:t>en</a:t>
            </a:r>
            <a:r>
              <a:rPr lang="en-US" altLang="en-US" sz="2000" b="1" dirty="0">
                <a:solidFill>
                  <a:srgbClr val="663300"/>
                </a:solidFill>
                <a:latin typeface="Arial" panose="020B0604020202020204" pitchFamily="34" charset="0"/>
              </a:rPr>
              <a:t> suites (1.5km from the </a:t>
            </a:r>
            <a:r>
              <a:rPr lang="en-US" altLang="en-US" sz="2000" b="1" dirty="0" err="1">
                <a:solidFill>
                  <a:srgbClr val="663300"/>
                </a:solidFill>
                <a:latin typeface="Arial" panose="020B0604020202020204" pitchFamily="34" charset="0"/>
              </a:rPr>
              <a:t>centre</a:t>
            </a:r>
            <a:r>
              <a:rPr lang="en-US" altLang="en-US" sz="2000" b="1" dirty="0">
                <a:solidFill>
                  <a:srgbClr val="663300"/>
                </a:solidFill>
                <a:latin typeface="Arial" panose="020B0604020202020204" pitchFamily="34" charset="0"/>
              </a:rPr>
              <a:t>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 b="1" dirty="0">
              <a:solidFill>
                <a:srgbClr val="663300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solidFill>
                  <a:srgbClr val="663300"/>
                </a:solidFill>
                <a:latin typeface="Arial" panose="020B0604020202020204" pitchFamily="34" charset="0"/>
              </a:rPr>
              <a:t>1AFSB Dehradun - Dolphin guest house (10m from the </a:t>
            </a:r>
            <a:r>
              <a:rPr lang="en-US" altLang="en-US" sz="2000" b="1" dirty="0" err="1">
                <a:solidFill>
                  <a:srgbClr val="663300"/>
                </a:solidFill>
                <a:latin typeface="Arial" panose="020B0604020202020204" pitchFamily="34" charset="0"/>
              </a:rPr>
              <a:t>centre</a:t>
            </a:r>
            <a:r>
              <a:rPr lang="en-US" altLang="en-US" sz="2000" b="1" dirty="0">
                <a:solidFill>
                  <a:srgbClr val="663300"/>
                </a:solidFill>
                <a:latin typeface="Arial" panose="020B0604020202020204" pitchFamily="34" charset="0"/>
              </a:rPr>
              <a:t>, best,₹1000/person)- Doon valley homestay - Aman guest house (₹500-600)- Hotel Morning Star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 b="1" dirty="0">
              <a:solidFill>
                <a:srgbClr val="663300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solidFill>
                  <a:srgbClr val="663300"/>
                </a:solidFill>
                <a:latin typeface="Arial" panose="020B0604020202020204" pitchFamily="34" charset="0"/>
              </a:rPr>
              <a:t>NSB Kolkata- (₹300/day food included) </a:t>
            </a:r>
            <a:r>
              <a:rPr lang="en-US" altLang="en-US" sz="2000" b="1" dirty="0" err="1">
                <a:solidFill>
                  <a:srgbClr val="663300"/>
                </a:solidFill>
                <a:latin typeface="Arial" panose="020B0604020202020204" pitchFamily="34" charset="0"/>
              </a:rPr>
              <a:t>Gurudarawara</a:t>
            </a:r>
            <a:r>
              <a:rPr lang="en-US" altLang="en-US" sz="2000" b="1" dirty="0">
                <a:solidFill>
                  <a:srgbClr val="663300"/>
                </a:solidFill>
                <a:latin typeface="Arial" panose="020B0604020202020204" pitchFamily="34" charset="0"/>
              </a:rPr>
              <a:t> Bara Sikh Sangat, Mallick St, </a:t>
            </a:r>
            <a:r>
              <a:rPr lang="en-US" altLang="en-US" sz="2000" b="1" dirty="0" err="1">
                <a:solidFill>
                  <a:srgbClr val="663300"/>
                </a:solidFill>
                <a:latin typeface="Arial" panose="020B0604020202020204" pitchFamily="34" charset="0"/>
              </a:rPr>
              <a:t>Kesoram</a:t>
            </a:r>
            <a:r>
              <a:rPr lang="en-US" altLang="en-US" sz="2000" b="1" dirty="0">
                <a:solidFill>
                  <a:srgbClr val="663300"/>
                </a:solidFill>
                <a:latin typeface="Arial" panose="020B0604020202020204" pitchFamily="34" charset="0"/>
              </a:rPr>
              <a:t> Katra, </a:t>
            </a:r>
            <a:r>
              <a:rPr lang="en-US" altLang="en-US" sz="2000" b="1" dirty="0" err="1">
                <a:solidFill>
                  <a:srgbClr val="663300"/>
                </a:solidFill>
                <a:latin typeface="Arial" panose="020B0604020202020204" pitchFamily="34" charset="0"/>
              </a:rPr>
              <a:t>Buraa</a:t>
            </a:r>
            <a:r>
              <a:rPr lang="en-US" altLang="en-US" sz="2000" b="1" dirty="0">
                <a:solidFill>
                  <a:srgbClr val="663300"/>
                </a:solidFill>
                <a:latin typeface="Arial" panose="020B0604020202020204" pitchFamily="34" charset="0"/>
              </a:rPr>
              <a:t> Bazar, </a:t>
            </a:r>
            <a:r>
              <a:rPr lang="en-US" altLang="en-US" sz="2000" b="1" dirty="0" err="1">
                <a:solidFill>
                  <a:srgbClr val="663300"/>
                </a:solidFill>
                <a:latin typeface="Arial" panose="020B0604020202020204" pitchFamily="34" charset="0"/>
              </a:rPr>
              <a:t>Jorasanko</a:t>
            </a:r>
            <a:r>
              <a:rPr lang="en-US" altLang="en-US" sz="2000" b="1" dirty="0">
                <a:solidFill>
                  <a:srgbClr val="663300"/>
                </a:solidFill>
                <a:latin typeface="Arial" panose="020B0604020202020204" pitchFamily="34" charset="0"/>
              </a:rPr>
              <a:t>, Kolkata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 b="1" dirty="0">
              <a:solidFill>
                <a:srgbClr val="663300"/>
              </a:solidFill>
              <a:latin typeface="Arial" panose="020B0604020202020204" pitchFamily="34" charset="0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42AE2BFE-4784-254C-D212-FCB49F9D2F94}"/>
              </a:ext>
            </a:extLst>
          </p:cNvPr>
          <p:cNvSpPr txBox="1"/>
          <p:nvPr/>
        </p:nvSpPr>
        <p:spPr>
          <a:xfrm>
            <a:off x="16591932" y="1266062"/>
            <a:ext cx="633626" cy="242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2189" dirty="0">
                <a:solidFill>
                  <a:srgbClr val="ECDDD4"/>
                </a:solidFill>
                <a:latin typeface="Saira"/>
                <a:ea typeface="Saira"/>
                <a:cs typeface="Saira"/>
                <a:sym typeface="Saira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0276579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DB954-2FA6-8364-0486-4B3AA1884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12E8D9D-6213-99CA-28E5-B11E94F6DB86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7E1049EC-5BAF-4C90-0D02-64F71F09DBA0}"/>
              </a:ext>
            </a:extLst>
          </p:cNvPr>
          <p:cNvGrpSpPr/>
          <p:nvPr/>
        </p:nvGrpSpPr>
        <p:grpSpPr>
          <a:xfrm rot="-5400000">
            <a:off x="4459354" y="-3447892"/>
            <a:ext cx="9369292" cy="17290473"/>
            <a:chOff x="0" y="0"/>
            <a:chExt cx="2467632" cy="4553869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665AA0D2-3E69-043C-5127-642EA2E157E0}"/>
                </a:ext>
              </a:extLst>
            </p:cNvPr>
            <p:cNvSpPr/>
            <p:nvPr/>
          </p:nvSpPr>
          <p:spPr>
            <a:xfrm>
              <a:off x="0" y="0"/>
              <a:ext cx="2467633" cy="4553869"/>
            </a:xfrm>
            <a:custGeom>
              <a:avLst/>
              <a:gdLst/>
              <a:ahLst/>
              <a:cxnLst/>
              <a:rect l="l" t="t" r="r" b="b"/>
              <a:pathLst>
                <a:path w="2467633" h="4553869">
                  <a:moveTo>
                    <a:pt x="25616" y="0"/>
                  </a:moveTo>
                  <a:lnTo>
                    <a:pt x="2442017" y="0"/>
                  </a:lnTo>
                  <a:cubicBezTo>
                    <a:pt x="2448811" y="0"/>
                    <a:pt x="2455326" y="2699"/>
                    <a:pt x="2460130" y="7503"/>
                  </a:cubicBezTo>
                  <a:cubicBezTo>
                    <a:pt x="2464934" y="12306"/>
                    <a:pt x="2467633" y="18822"/>
                    <a:pt x="2467633" y="25616"/>
                  </a:cubicBezTo>
                  <a:lnTo>
                    <a:pt x="2467633" y="4528254"/>
                  </a:lnTo>
                  <a:cubicBezTo>
                    <a:pt x="2467633" y="4535048"/>
                    <a:pt x="2464934" y="4541563"/>
                    <a:pt x="2460130" y="4546367"/>
                  </a:cubicBezTo>
                  <a:cubicBezTo>
                    <a:pt x="2455326" y="4551171"/>
                    <a:pt x="2448811" y="4553869"/>
                    <a:pt x="2442017" y="4553869"/>
                  </a:cubicBezTo>
                  <a:lnTo>
                    <a:pt x="25616" y="4553869"/>
                  </a:lnTo>
                  <a:cubicBezTo>
                    <a:pt x="18822" y="4553869"/>
                    <a:pt x="12306" y="4551171"/>
                    <a:pt x="7503" y="4546367"/>
                  </a:cubicBezTo>
                  <a:cubicBezTo>
                    <a:pt x="2699" y="4541563"/>
                    <a:pt x="0" y="4535048"/>
                    <a:pt x="0" y="4528254"/>
                  </a:cubicBezTo>
                  <a:lnTo>
                    <a:pt x="0" y="25616"/>
                  </a:lnTo>
                  <a:cubicBezTo>
                    <a:pt x="0" y="18822"/>
                    <a:pt x="2699" y="12306"/>
                    <a:pt x="7503" y="7503"/>
                  </a:cubicBezTo>
                  <a:cubicBezTo>
                    <a:pt x="12306" y="2699"/>
                    <a:pt x="18822" y="0"/>
                    <a:pt x="25616" y="0"/>
                  </a:cubicBezTo>
                  <a:close/>
                </a:path>
              </a:pathLst>
            </a:custGeom>
            <a:solidFill>
              <a:srgbClr val="ECDDD4"/>
            </a:solidFill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2D774291-97E6-A41A-315E-0FFBEC280886}"/>
                </a:ext>
              </a:extLst>
            </p:cNvPr>
            <p:cNvSpPr txBox="1"/>
            <p:nvPr/>
          </p:nvSpPr>
          <p:spPr>
            <a:xfrm>
              <a:off x="0" y="85725"/>
              <a:ext cx="2467632" cy="44681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20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5F3EB4ED-3873-C15C-3CA1-6981E28C7380}"/>
              </a:ext>
            </a:extLst>
          </p:cNvPr>
          <p:cNvGrpSpPr/>
          <p:nvPr/>
        </p:nvGrpSpPr>
        <p:grpSpPr>
          <a:xfrm rot="-5400000">
            <a:off x="15353500" y="-158697"/>
            <a:ext cx="3110490" cy="633626"/>
            <a:chOff x="0" y="0"/>
            <a:chExt cx="819224" cy="166881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6D48F547-A138-B609-FE12-694887A81599}"/>
                </a:ext>
              </a:extLst>
            </p:cNvPr>
            <p:cNvSpPr/>
            <p:nvPr/>
          </p:nvSpPr>
          <p:spPr>
            <a:xfrm>
              <a:off x="0" y="0"/>
              <a:ext cx="819224" cy="166881"/>
            </a:xfrm>
            <a:custGeom>
              <a:avLst/>
              <a:gdLst/>
              <a:ahLst/>
              <a:cxnLst/>
              <a:rect l="l" t="t" r="r" b="b"/>
              <a:pathLst>
                <a:path w="819224" h="166881">
                  <a:moveTo>
                    <a:pt x="37335" y="0"/>
                  </a:moveTo>
                  <a:lnTo>
                    <a:pt x="781889" y="0"/>
                  </a:lnTo>
                  <a:cubicBezTo>
                    <a:pt x="791791" y="0"/>
                    <a:pt x="801287" y="3933"/>
                    <a:pt x="808289" y="10935"/>
                  </a:cubicBezTo>
                  <a:cubicBezTo>
                    <a:pt x="815290" y="17937"/>
                    <a:pt x="819224" y="27433"/>
                    <a:pt x="819224" y="37335"/>
                  </a:cubicBezTo>
                  <a:lnTo>
                    <a:pt x="819224" y="129546"/>
                  </a:lnTo>
                  <a:cubicBezTo>
                    <a:pt x="819224" y="139448"/>
                    <a:pt x="815290" y="148944"/>
                    <a:pt x="808289" y="155946"/>
                  </a:cubicBezTo>
                  <a:cubicBezTo>
                    <a:pt x="801287" y="162948"/>
                    <a:pt x="791791" y="166881"/>
                    <a:pt x="781889" y="166881"/>
                  </a:cubicBezTo>
                  <a:lnTo>
                    <a:pt x="37335" y="166881"/>
                  </a:lnTo>
                  <a:cubicBezTo>
                    <a:pt x="16715" y="166881"/>
                    <a:pt x="0" y="150166"/>
                    <a:pt x="0" y="129546"/>
                  </a:cubicBezTo>
                  <a:lnTo>
                    <a:pt x="0" y="37335"/>
                  </a:lnTo>
                  <a:cubicBezTo>
                    <a:pt x="0" y="27433"/>
                    <a:pt x="3933" y="17937"/>
                    <a:pt x="10935" y="10935"/>
                  </a:cubicBezTo>
                  <a:cubicBezTo>
                    <a:pt x="17937" y="3933"/>
                    <a:pt x="27433" y="0"/>
                    <a:pt x="37335" y="0"/>
                  </a:cubicBezTo>
                  <a:close/>
                </a:path>
              </a:pathLst>
            </a:custGeom>
            <a:solidFill>
              <a:srgbClr val="442D26"/>
            </a:solidFill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9F2B9E2E-CA47-4F8F-7420-B3A29C98B238}"/>
                </a:ext>
              </a:extLst>
            </p:cNvPr>
            <p:cNvSpPr txBox="1"/>
            <p:nvPr/>
          </p:nvSpPr>
          <p:spPr>
            <a:xfrm>
              <a:off x="0" y="85725"/>
              <a:ext cx="819224" cy="811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20"/>
                </a:lnSpc>
              </a:pPr>
              <a:endParaRPr/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F9E7C09E-8C77-3F36-9199-9FBE6DDBFBAB}"/>
              </a:ext>
            </a:extLst>
          </p:cNvPr>
          <p:cNvSpPr txBox="1"/>
          <p:nvPr/>
        </p:nvSpPr>
        <p:spPr>
          <a:xfrm>
            <a:off x="1447800" y="808704"/>
            <a:ext cx="9617842" cy="13991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0368"/>
              </a:lnSpc>
            </a:pPr>
            <a:r>
              <a:rPr lang="en-US" sz="10000" b="1" dirty="0">
                <a:solidFill>
                  <a:srgbClr val="442D26"/>
                </a:solidFill>
                <a:latin typeface="Saira Bold"/>
                <a:ea typeface="Saira Bold"/>
                <a:cs typeface="Saira Bold"/>
                <a:sym typeface="Saira Bold"/>
              </a:rPr>
              <a:t>Stay near SSB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CE0DA455-DF9D-71D4-AF7B-13DA8DC7A1A4}"/>
              </a:ext>
            </a:extLst>
          </p:cNvPr>
          <p:cNvSpPr txBox="1"/>
          <p:nvPr/>
        </p:nvSpPr>
        <p:spPr>
          <a:xfrm>
            <a:off x="1440426" y="2905384"/>
            <a:ext cx="15306821" cy="43088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b="1" dirty="0">
              <a:solidFill>
                <a:srgbClr val="663300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solidFill>
                  <a:srgbClr val="663300"/>
                </a:solidFill>
                <a:latin typeface="Arial" panose="020B0604020202020204" pitchFamily="34" charset="0"/>
              </a:rPr>
              <a:t>CGSB Goa- Dormitory by IRCTC (Do advance booking)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 b="1" dirty="0">
              <a:solidFill>
                <a:srgbClr val="663300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solidFill>
                  <a:srgbClr val="663300"/>
                </a:solidFill>
                <a:latin typeface="Arial" panose="020B0604020202020204" pitchFamily="34" charset="0"/>
              </a:rPr>
              <a:t>Ahmedabad- Kutchi Jain Sewa Samaj Opp. Arihant </a:t>
            </a:r>
            <a:r>
              <a:rPr lang="en-US" altLang="en-US" sz="2000" b="1" dirty="0" err="1">
                <a:solidFill>
                  <a:srgbClr val="663300"/>
                </a:solidFill>
                <a:latin typeface="Arial" panose="020B0604020202020204" pitchFamily="34" charset="0"/>
              </a:rPr>
              <a:t>nagar</a:t>
            </a:r>
            <a:r>
              <a:rPr lang="en-US" altLang="en-US" sz="2000" b="1" dirty="0">
                <a:solidFill>
                  <a:srgbClr val="663300"/>
                </a:solidFill>
                <a:latin typeface="Arial" panose="020B0604020202020204" pitchFamily="34" charset="0"/>
              </a:rPr>
              <a:t> Jain Temple, On road, Camp Rd., opp. to Rajasthan Hospital Ahmedabad, Shahibag₹100/day per person </a:t>
            </a:r>
            <a:r>
              <a:rPr lang="en-US" altLang="en-US" sz="2000" b="1" dirty="0" err="1">
                <a:solidFill>
                  <a:srgbClr val="663300"/>
                </a:solidFill>
                <a:latin typeface="Arial" panose="020B0604020202020204" pitchFamily="34" charset="0"/>
              </a:rPr>
              <a:t>dormatory</a:t>
            </a:r>
            <a:r>
              <a:rPr lang="en-US" altLang="en-US" sz="2000" b="1" dirty="0">
                <a:solidFill>
                  <a:srgbClr val="663300"/>
                </a:solidFill>
                <a:latin typeface="Arial" panose="020B0604020202020204" pitchFamily="34" charset="0"/>
              </a:rPr>
              <a:t> + food facilityhttps://goo.gl/maps/piuFTXhs8LpcZGgP7- BAPS Shri Swaminarayan </a:t>
            </a:r>
            <a:r>
              <a:rPr lang="en-US" altLang="en-US" sz="2000" b="1" dirty="0" err="1">
                <a:solidFill>
                  <a:srgbClr val="663300"/>
                </a:solidFill>
                <a:latin typeface="Arial" panose="020B0604020202020204" pitchFamily="34" charset="0"/>
              </a:rPr>
              <a:t>MandirCamp</a:t>
            </a:r>
            <a:r>
              <a:rPr lang="en-US" altLang="en-US" sz="2000" b="1" dirty="0">
                <a:solidFill>
                  <a:srgbClr val="663300"/>
                </a:solidFill>
                <a:latin typeface="Arial" panose="020B0604020202020204" pitchFamily="34" charset="0"/>
              </a:rPr>
              <a:t> Rd., Jain Colony, Shahibag₹300/day per person + food facility includedhttps://goo.gl/maps/Vx1EC3wAqxFWVc199- Jawahar Sindhi Dharamshala61, </a:t>
            </a:r>
            <a:r>
              <a:rPr lang="en-US" altLang="en-US" sz="2000" b="1" dirty="0" err="1">
                <a:solidFill>
                  <a:srgbClr val="663300"/>
                </a:solidFill>
                <a:latin typeface="Arial" panose="020B0604020202020204" pitchFamily="34" charset="0"/>
              </a:rPr>
              <a:t>Kubernagar</a:t>
            </a:r>
            <a:r>
              <a:rPr lang="en-US" altLang="en-US" sz="2000" b="1" dirty="0">
                <a:solidFill>
                  <a:srgbClr val="663300"/>
                </a:solidFill>
                <a:latin typeface="Arial" panose="020B0604020202020204" pitchFamily="34" charset="0"/>
              </a:rPr>
              <a:t> Rd, Kuber Nagarhttps://goo.gl/maps/DxFtf5U3rZAY1sv26- Anand Prakash Maharaj Dharmashala233, Patel Society, Asarwahttps://goo.gl/maps/FqE9zkHTpt9eWs349- </a:t>
            </a:r>
            <a:r>
              <a:rPr lang="en-US" altLang="en-US" sz="2000" b="1" dirty="0" err="1">
                <a:solidFill>
                  <a:srgbClr val="663300"/>
                </a:solidFill>
                <a:latin typeface="Arial" panose="020B0604020202020204" pitchFamily="34" charset="0"/>
              </a:rPr>
              <a:t>Revabai</a:t>
            </a:r>
            <a:r>
              <a:rPr lang="en-US" altLang="en-US" sz="2000" b="1" dirty="0">
                <a:solidFill>
                  <a:srgbClr val="663300"/>
                </a:solidFill>
                <a:latin typeface="Arial" panose="020B0604020202020204" pitchFamily="34" charset="0"/>
              </a:rPr>
              <a:t> Hindu </a:t>
            </a:r>
            <a:r>
              <a:rPr lang="en-US" altLang="en-US" sz="2000" b="1" dirty="0" err="1">
                <a:solidFill>
                  <a:srgbClr val="663300"/>
                </a:solidFill>
                <a:latin typeface="Arial" panose="020B0604020202020204" pitchFamily="34" charset="0"/>
              </a:rPr>
              <a:t>DharmashalaMyu.Se</a:t>
            </a:r>
            <a:r>
              <a:rPr lang="en-US" altLang="en-US" sz="2000" b="1" dirty="0">
                <a:solidFill>
                  <a:srgbClr val="663300"/>
                </a:solidFill>
                <a:latin typeface="Arial" panose="020B0604020202020204" pitchFamily="34" charset="0"/>
              </a:rPr>
              <a:t>. 620/55, Old Railway Station, </a:t>
            </a:r>
            <a:r>
              <a:rPr lang="en-US" altLang="en-US" sz="2000" b="1" dirty="0" err="1">
                <a:solidFill>
                  <a:srgbClr val="663300"/>
                </a:solidFill>
                <a:latin typeface="Arial" panose="020B0604020202020204" pitchFamily="34" charset="0"/>
              </a:rPr>
              <a:t>Kalupur</a:t>
            </a:r>
            <a:r>
              <a:rPr lang="en-US" altLang="en-US" sz="2000" b="1" dirty="0">
                <a:solidFill>
                  <a:srgbClr val="663300"/>
                </a:solidFill>
                <a:latin typeface="Arial" panose="020B0604020202020204" pitchFamily="34" charset="0"/>
              </a:rPr>
              <a:t> Rd, Kalupurhttps://goo.gl/maps/N2BxudHrRa4BAX3RA- </a:t>
            </a:r>
            <a:r>
              <a:rPr lang="en-US" altLang="en-US" sz="2000" b="1" dirty="0" err="1">
                <a:solidFill>
                  <a:srgbClr val="663300"/>
                </a:solidFill>
                <a:latin typeface="Arial" panose="020B0604020202020204" pitchFamily="34" charset="0"/>
              </a:rPr>
              <a:t>Marchipole</a:t>
            </a:r>
            <a:r>
              <a:rPr lang="en-US" altLang="en-US" sz="2000" b="1" dirty="0">
                <a:solidFill>
                  <a:srgbClr val="663300"/>
                </a:solidFill>
                <a:latin typeface="Arial" panose="020B0604020202020204" pitchFamily="34" charset="0"/>
              </a:rPr>
              <a:t> Jain </a:t>
            </a:r>
            <a:r>
              <a:rPr lang="en-US" altLang="en-US" sz="2000" b="1" dirty="0" err="1">
                <a:solidFill>
                  <a:srgbClr val="663300"/>
                </a:solidFill>
                <a:latin typeface="Arial" panose="020B0604020202020204" pitchFamily="34" charset="0"/>
              </a:rPr>
              <a:t>DharmshalaKalupur</a:t>
            </a:r>
            <a:r>
              <a:rPr lang="en-US" altLang="en-US" sz="2000" b="1" dirty="0">
                <a:solidFill>
                  <a:srgbClr val="663300"/>
                </a:solidFill>
                <a:latin typeface="Arial" panose="020B0604020202020204" pitchFamily="34" charset="0"/>
              </a:rPr>
              <a:t>, </a:t>
            </a:r>
            <a:r>
              <a:rPr lang="en-US" altLang="en-US" sz="2000" b="1" dirty="0" err="1">
                <a:solidFill>
                  <a:srgbClr val="663300"/>
                </a:solidFill>
                <a:latin typeface="Arial" panose="020B0604020202020204" pitchFamily="34" charset="0"/>
              </a:rPr>
              <a:t>Tankshal</a:t>
            </a:r>
            <a:r>
              <a:rPr lang="en-US" altLang="en-US" sz="2000" b="1" dirty="0">
                <a:solidFill>
                  <a:srgbClr val="663300"/>
                </a:solidFill>
                <a:latin typeface="Arial" panose="020B0604020202020204" pitchFamily="34" charset="0"/>
              </a:rPr>
              <a:t>, Khadiahttps://goo.gl/maps/GkLuBVvrStTFx9e68- Hindu Dharamshala₹250/day per person16, Relief Rd, </a:t>
            </a:r>
            <a:r>
              <a:rPr lang="en-US" altLang="en-US" sz="2000" b="1" dirty="0" err="1">
                <a:solidFill>
                  <a:srgbClr val="663300"/>
                </a:solidFill>
                <a:latin typeface="Arial" panose="020B0604020202020204" pitchFamily="34" charset="0"/>
              </a:rPr>
              <a:t>Kapasia</a:t>
            </a:r>
            <a:r>
              <a:rPr lang="en-US" altLang="en-US" sz="2000" b="1" dirty="0">
                <a:solidFill>
                  <a:srgbClr val="663300"/>
                </a:solidFill>
                <a:latin typeface="Arial" panose="020B0604020202020204" pitchFamily="34" charset="0"/>
              </a:rPr>
              <a:t> Bazar, Sakar </a:t>
            </a:r>
            <a:r>
              <a:rPr lang="en-US" altLang="en-US" sz="2000" b="1" dirty="0" err="1">
                <a:solidFill>
                  <a:srgbClr val="663300"/>
                </a:solidFill>
                <a:latin typeface="Arial" panose="020B0604020202020204" pitchFamily="34" charset="0"/>
              </a:rPr>
              <a:t>Bazzar</a:t>
            </a:r>
            <a:r>
              <a:rPr lang="en-US" altLang="en-US" sz="2000" b="1" dirty="0">
                <a:solidFill>
                  <a:srgbClr val="663300"/>
                </a:solidFill>
                <a:latin typeface="Arial" panose="020B0604020202020204" pitchFamily="34" charset="0"/>
              </a:rPr>
              <a:t>, Kalupurhttps://goo.gl/maps/DwhjknaP8HAJu72eA- Sindhi Dharamshala </a:t>
            </a:r>
            <a:r>
              <a:rPr lang="en-US" altLang="en-US" sz="2000" b="1" dirty="0" err="1">
                <a:solidFill>
                  <a:srgbClr val="663300"/>
                </a:solidFill>
                <a:latin typeface="Arial" panose="020B0604020202020204" pitchFamily="34" charset="0"/>
              </a:rPr>
              <a:t>TrustKotni</a:t>
            </a:r>
            <a:r>
              <a:rPr lang="en-US" altLang="en-US" sz="2000" b="1" dirty="0">
                <a:solidFill>
                  <a:srgbClr val="663300"/>
                </a:solidFill>
                <a:latin typeface="Arial" panose="020B0604020202020204" pitchFamily="34" charset="0"/>
              </a:rPr>
              <a:t> Rang, near Anand Sweets, </a:t>
            </a:r>
            <a:r>
              <a:rPr lang="en-US" altLang="en-US" sz="2000" b="1" dirty="0" err="1">
                <a:solidFill>
                  <a:srgbClr val="663300"/>
                </a:solidFill>
                <a:latin typeface="Arial" panose="020B0604020202020204" pitchFamily="34" charset="0"/>
              </a:rPr>
              <a:t>Kapasia</a:t>
            </a:r>
            <a:r>
              <a:rPr lang="en-US" altLang="en-US" sz="2000" b="1" dirty="0">
                <a:solidFill>
                  <a:srgbClr val="663300"/>
                </a:solidFill>
                <a:latin typeface="Arial" panose="020B0604020202020204" pitchFamily="34" charset="0"/>
              </a:rPr>
              <a:t> Bazar, </a:t>
            </a:r>
            <a:r>
              <a:rPr lang="en-US" altLang="en-US" sz="2000" b="1" dirty="0" err="1">
                <a:solidFill>
                  <a:srgbClr val="663300"/>
                </a:solidFill>
                <a:latin typeface="Arial" panose="020B0604020202020204" pitchFamily="34" charset="0"/>
              </a:rPr>
              <a:t>Revdi</a:t>
            </a:r>
            <a:r>
              <a:rPr lang="en-US" altLang="en-US" sz="2000" b="1" dirty="0">
                <a:solidFill>
                  <a:srgbClr val="663300"/>
                </a:solidFill>
                <a:latin typeface="Arial" panose="020B0604020202020204" pitchFamily="34" charset="0"/>
              </a:rPr>
              <a:t> Bazar, Kalupur₹125/day per person + basic amenitieshttps://goo.gl/maps/JRiCfRAnsNUvgsqNA- </a:t>
            </a:r>
            <a:r>
              <a:rPr lang="en-US" altLang="en-US" sz="2000" b="1" dirty="0" err="1">
                <a:solidFill>
                  <a:srgbClr val="663300"/>
                </a:solidFill>
                <a:latin typeface="Arial" panose="020B0604020202020204" pitchFamily="34" charset="0"/>
              </a:rPr>
              <a:t>Khadia</a:t>
            </a:r>
            <a:r>
              <a:rPr lang="en-US" altLang="en-US" sz="2000" b="1" dirty="0">
                <a:solidFill>
                  <a:srgbClr val="663300"/>
                </a:solidFill>
                <a:latin typeface="Arial" panose="020B0604020202020204" pitchFamily="34" charset="0"/>
              </a:rPr>
              <a:t> Digambar Jain Dharmshala1798, Old City, Khadiahttps://goo.gl/maps/Bx1Kyjc6bdtYkU7KA</a:t>
            </a:r>
            <a:endParaRPr lang="en-US" altLang="en-US" sz="2000" dirty="0">
              <a:solidFill>
                <a:srgbClr val="663300"/>
              </a:solidFill>
              <a:latin typeface="Arial" panose="020B0604020202020204" pitchFamily="34" charset="0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0D6BCC6F-D217-AD1E-CB11-AD3DDFD4777F}"/>
              </a:ext>
            </a:extLst>
          </p:cNvPr>
          <p:cNvSpPr txBox="1"/>
          <p:nvPr/>
        </p:nvSpPr>
        <p:spPr>
          <a:xfrm>
            <a:off x="16591932" y="1266062"/>
            <a:ext cx="633626" cy="242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2189" dirty="0">
                <a:solidFill>
                  <a:srgbClr val="ECDDD4"/>
                </a:solidFill>
                <a:latin typeface="Saira"/>
                <a:ea typeface="Saira"/>
                <a:cs typeface="Saira"/>
                <a:sym typeface="Saira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5414714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98A5D-5A51-CABB-1F49-5E543381E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0C857A4-A55D-270C-C99B-5F65CF4FF74B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AB35F3DF-FA2C-2CD0-6A7C-7E76BA8B6D44}"/>
              </a:ext>
            </a:extLst>
          </p:cNvPr>
          <p:cNvGrpSpPr/>
          <p:nvPr/>
        </p:nvGrpSpPr>
        <p:grpSpPr>
          <a:xfrm rot="-5400000">
            <a:off x="4459354" y="-3447892"/>
            <a:ext cx="9369292" cy="17290473"/>
            <a:chOff x="0" y="0"/>
            <a:chExt cx="2467632" cy="4553869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AE44D970-E51E-DD3D-03E6-A8542CDE7812}"/>
                </a:ext>
              </a:extLst>
            </p:cNvPr>
            <p:cNvSpPr/>
            <p:nvPr/>
          </p:nvSpPr>
          <p:spPr>
            <a:xfrm>
              <a:off x="0" y="0"/>
              <a:ext cx="2467633" cy="4553869"/>
            </a:xfrm>
            <a:custGeom>
              <a:avLst/>
              <a:gdLst/>
              <a:ahLst/>
              <a:cxnLst/>
              <a:rect l="l" t="t" r="r" b="b"/>
              <a:pathLst>
                <a:path w="2467633" h="4553869">
                  <a:moveTo>
                    <a:pt x="25616" y="0"/>
                  </a:moveTo>
                  <a:lnTo>
                    <a:pt x="2442017" y="0"/>
                  </a:lnTo>
                  <a:cubicBezTo>
                    <a:pt x="2448811" y="0"/>
                    <a:pt x="2455326" y="2699"/>
                    <a:pt x="2460130" y="7503"/>
                  </a:cubicBezTo>
                  <a:cubicBezTo>
                    <a:pt x="2464934" y="12306"/>
                    <a:pt x="2467633" y="18822"/>
                    <a:pt x="2467633" y="25616"/>
                  </a:cubicBezTo>
                  <a:lnTo>
                    <a:pt x="2467633" y="4528254"/>
                  </a:lnTo>
                  <a:cubicBezTo>
                    <a:pt x="2467633" y="4535048"/>
                    <a:pt x="2464934" y="4541563"/>
                    <a:pt x="2460130" y="4546367"/>
                  </a:cubicBezTo>
                  <a:cubicBezTo>
                    <a:pt x="2455326" y="4551171"/>
                    <a:pt x="2448811" y="4553869"/>
                    <a:pt x="2442017" y="4553869"/>
                  </a:cubicBezTo>
                  <a:lnTo>
                    <a:pt x="25616" y="4553869"/>
                  </a:lnTo>
                  <a:cubicBezTo>
                    <a:pt x="18822" y="4553869"/>
                    <a:pt x="12306" y="4551171"/>
                    <a:pt x="7503" y="4546367"/>
                  </a:cubicBezTo>
                  <a:cubicBezTo>
                    <a:pt x="2699" y="4541563"/>
                    <a:pt x="0" y="4535048"/>
                    <a:pt x="0" y="4528254"/>
                  </a:cubicBezTo>
                  <a:lnTo>
                    <a:pt x="0" y="25616"/>
                  </a:lnTo>
                  <a:cubicBezTo>
                    <a:pt x="0" y="18822"/>
                    <a:pt x="2699" y="12306"/>
                    <a:pt x="7503" y="7503"/>
                  </a:cubicBezTo>
                  <a:cubicBezTo>
                    <a:pt x="12306" y="2699"/>
                    <a:pt x="18822" y="0"/>
                    <a:pt x="25616" y="0"/>
                  </a:cubicBezTo>
                  <a:close/>
                </a:path>
              </a:pathLst>
            </a:custGeom>
            <a:solidFill>
              <a:srgbClr val="ECDDD4"/>
            </a:solidFill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3512E22A-6ACF-B517-2C92-DE74FC9A3348}"/>
                </a:ext>
              </a:extLst>
            </p:cNvPr>
            <p:cNvSpPr txBox="1"/>
            <p:nvPr/>
          </p:nvSpPr>
          <p:spPr>
            <a:xfrm>
              <a:off x="0" y="85725"/>
              <a:ext cx="2467632" cy="44681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20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9DAE09F9-5617-AC06-4B41-DDF08B32D83F}"/>
              </a:ext>
            </a:extLst>
          </p:cNvPr>
          <p:cNvGrpSpPr/>
          <p:nvPr/>
        </p:nvGrpSpPr>
        <p:grpSpPr>
          <a:xfrm rot="-5400000">
            <a:off x="15353500" y="-158697"/>
            <a:ext cx="3110490" cy="633626"/>
            <a:chOff x="0" y="0"/>
            <a:chExt cx="819224" cy="166881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E2DF743A-2F5D-44DC-7C63-4DE159AA8F7E}"/>
                </a:ext>
              </a:extLst>
            </p:cNvPr>
            <p:cNvSpPr/>
            <p:nvPr/>
          </p:nvSpPr>
          <p:spPr>
            <a:xfrm>
              <a:off x="0" y="0"/>
              <a:ext cx="819224" cy="166881"/>
            </a:xfrm>
            <a:custGeom>
              <a:avLst/>
              <a:gdLst/>
              <a:ahLst/>
              <a:cxnLst/>
              <a:rect l="l" t="t" r="r" b="b"/>
              <a:pathLst>
                <a:path w="819224" h="166881">
                  <a:moveTo>
                    <a:pt x="37335" y="0"/>
                  </a:moveTo>
                  <a:lnTo>
                    <a:pt x="781889" y="0"/>
                  </a:lnTo>
                  <a:cubicBezTo>
                    <a:pt x="791791" y="0"/>
                    <a:pt x="801287" y="3933"/>
                    <a:pt x="808289" y="10935"/>
                  </a:cubicBezTo>
                  <a:cubicBezTo>
                    <a:pt x="815290" y="17937"/>
                    <a:pt x="819224" y="27433"/>
                    <a:pt x="819224" y="37335"/>
                  </a:cubicBezTo>
                  <a:lnTo>
                    <a:pt x="819224" y="129546"/>
                  </a:lnTo>
                  <a:cubicBezTo>
                    <a:pt x="819224" y="139448"/>
                    <a:pt x="815290" y="148944"/>
                    <a:pt x="808289" y="155946"/>
                  </a:cubicBezTo>
                  <a:cubicBezTo>
                    <a:pt x="801287" y="162948"/>
                    <a:pt x="791791" y="166881"/>
                    <a:pt x="781889" y="166881"/>
                  </a:cubicBezTo>
                  <a:lnTo>
                    <a:pt x="37335" y="166881"/>
                  </a:lnTo>
                  <a:cubicBezTo>
                    <a:pt x="16715" y="166881"/>
                    <a:pt x="0" y="150166"/>
                    <a:pt x="0" y="129546"/>
                  </a:cubicBezTo>
                  <a:lnTo>
                    <a:pt x="0" y="37335"/>
                  </a:lnTo>
                  <a:cubicBezTo>
                    <a:pt x="0" y="27433"/>
                    <a:pt x="3933" y="17937"/>
                    <a:pt x="10935" y="10935"/>
                  </a:cubicBezTo>
                  <a:cubicBezTo>
                    <a:pt x="17937" y="3933"/>
                    <a:pt x="27433" y="0"/>
                    <a:pt x="37335" y="0"/>
                  </a:cubicBezTo>
                  <a:close/>
                </a:path>
              </a:pathLst>
            </a:custGeom>
            <a:solidFill>
              <a:srgbClr val="442D26"/>
            </a:solidFill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5B1D06D9-3990-7A4C-BF62-15679FE6EE6A}"/>
                </a:ext>
              </a:extLst>
            </p:cNvPr>
            <p:cNvSpPr txBox="1"/>
            <p:nvPr/>
          </p:nvSpPr>
          <p:spPr>
            <a:xfrm>
              <a:off x="0" y="85725"/>
              <a:ext cx="819224" cy="811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20"/>
                </a:lnSpc>
              </a:pPr>
              <a:endParaRPr/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708C2D35-4EFA-68BC-CCCE-DECF129C001E}"/>
              </a:ext>
            </a:extLst>
          </p:cNvPr>
          <p:cNvSpPr txBox="1"/>
          <p:nvPr/>
        </p:nvSpPr>
        <p:spPr>
          <a:xfrm>
            <a:off x="1447799" y="808704"/>
            <a:ext cx="14580453" cy="27186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0368"/>
              </a:lnSpc>
            </a:pPr>
            <a:r>
              <a:rPr lang="en-US" sz="10000" b="1" dirty="0">
                <a:solidFill>
                  <a:srgbClr val="442D26"/>
                </a:solidFill>
                <a:latin typeface="Saira Bold"/>
                <a:ea typeface="Saira Bold"/>
                <a:cs typeface="Saira Bold"/>
                <a:sym typeface="Saira Bold"/>
              </a:rPr>
              <a:t>Important documents to keep ready prior to SSB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199A1E99-4077-C0B1-D99C-88A7A4134DC8}"/>
              </a:ext>
            </a:extLst>
          </p:cNvPr>
          <p:cNvSpPr txBox="1"/>
          <p:nvPr/>
        </p:nvSpPr>
        <p:spPr>
          <a:xfrm>
            <a:off x="1601924" y="4550258"/>
            <a:ext cx="15306821" cy="43088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lvl="0" indent="-5715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000" dirty="0">
                <a:solidFill>
                  <a:srgbClr val="663300"/>
                </a:solidFill>
                <a:latin typeface="Arial" panose="020B0604020202020204" pitchFamily="34" charset="0"/>
              </a:rPr>
              <a:t>CGOA to % conversion</a:t>
            </a:r>
          </a:p>
          <a:p>
            <a:pPr marL="571500" lvl="0" indent="-5715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000" dirty="0">
                <a:solidFill>
                  <a:srgbClr val="663300"/>
                </a:solidFill>
                <a:latin typeface="Arial" panose="020B0604020202020204" pitchFamily="34" charset="0"/>
              </a:rPr>
              <a:t>Bonafide certificate</a:t>
            </a:r>
          </a:p>
          <a:p>
            <a:pPr marL="571500" lvl="0" indent="-5715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000" dirty="0">
                <a:solidFill>
                  <a:srgbClr val="663300"/>
                </a:solidFill>
                <a:latin typeface="Arial" panose="020B0604020202020204" pitchFamily="34" charset="0"/>
              </a:rPr>
              <a:t>Domicile/ Residence certificate</a:t>
            </a:r>
          </a:p>
          <a:p>
            <a:pPr marL="571500" lvl="0" indent="-5715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000" dirty="0">
                <a:solidFill>
                  <a:srgbClr val="663300"/>
                </a:solidFill>
                <a:latin typeface="Arial" panose="020B0604020202020204" pitchFamily="34" charset="0"/>
              </a:rPr>
              <a:t>Affidavit </a:t>
            </a:r>
          </a:p>
          <a:p>
            <a:pPr marL="571500" lvl="0" indent="-5715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000" dirty="0">
                <a:solidFill>
                  <a:srgbClr val="663300"/>
                </a:solidFill>
                <a:latin typeface="Arial" panose="020B0604020202020204" pitchFamily="34" charset="0"/>
              </a:rPr>
              <a:t>Marks card (SSLC, II PUC, Engineering (till previous semester))</a:t>
            </a:r>
          </a:p>
          <a:p>
            <a:pPr marL="571500" lvl="0" indent="-5715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000" dirty="0">
                <a:solidFill>
                  <a:srgbClr val="663300"/>
                </a:solidFill>
                <a:latin typeface="Arial" panose="020B0604020202020204" pitchFamily="34" charset="0"/>
              </a:rPr>
              <a:t>ID proofs</a:t>
            </a:r>
          </a:p>
          <a:p>
            <a:pPr marL="571500" lvl="0" indent="-5715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4000" dirty="0">
              <a:solidFill>
                <a:srgbClr val="663300"/>
              </a:solidFill>
              <a:latin typeface="Arial" panose="020B0604020202020204" pitchFamily="34" charset="0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21808572-E05A-35B3-C19C-F523BC9562E9}"/>
              </a:ext>
            </a:extLst>
          </p:cNvPr>
          <p:cNvSpPr txBox="1"/>
          <p:nvPr/>
        </p:nvSpPr>
        <p:spPr>
          <a:xfrm>
            <a:off x="16591932" y="1266062"/>
            <a:ext cx="633626" cy="242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2189" dirty="0">
                <a:solidFill>
                  <a:srgbClr val="ECDDD4"/>
                </a:solidFill>
                <a:latin typeface="Saira"/>
                <a:ea typeface="Saira"/>
                <a:cs typeface="Saira"/>
                <a:sym typeface="Saira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1002441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77A568-F56F-B263-02E4-A03C5780D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37927A9-BC25-C1C6-919A-2FE2D2061B00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28D55E9B-C18B-794A-0016-9AD42F0850CC}"/>
              </a:ext>
            </a:extLst>
          </p:cNvPr>
          <p:cNvGrpSpPr/>
          <p:nvPr/>
        </p:nvGrpSpPr>
        <p:grpSpPr>
          <a:xfrm rot="-5400000">
            <a:off x="4459354" y="-3447892"/>
            <a:ext cx="9369292" cy="17290473"/>
            <a:chOff x="0" y="0"/>
            <a:chExt cx="2467632" cy="4553869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EB521163-654F-437E-34A4-96EE160B8560}"/>
                </a:ext>
              </a:extLst>
            </p:cNvPr>
            <p:cNvSpPr/>
            <p:nvPr/>
          </p:nvSpPr>
          <p:spPr>
            <a:xfrm>
              <a:off x="0" y="0"/>
              <a:ext cx="2467633" cy="4553869"/>
            </a:xfrm>
            <a:custGeom>
              <a:avLst/>
              <a:gdLst/>
              <a:ahLst/>
              <a:cxnLst/>
              <a:rect l="l" t="t" r="r" b="b"/>
              <a:pathLst>
                <a:path w="2467633" h="4553869">
                  <a:moveTo>
                    <a:pt x="25616" y="0"/>
                  </a:moveTo>
                  <a:lnTo>
                    <a:pt x="2442017" y="0"/>
                  </a:lnTo>
                  <a:cubicBezTo>
                    <a:pt x="2448811" y="0"/>
                    <a:pt x="2455326" y="2699"/>
                    <a:pt x="2460130" y="7503"/>
                  </a:cubicBezTo>
                  <a:cubicBezTo>
                    <a:pt x="2464934" y="12306"/>
                    <a:pt x="2467633" y="18822"/>
                    <a:pt x="2467633" y="25616"/>
                  </a:cubicBezTo>
                  <a:lnTo>
                    <a:pt x="2467633" y="4528254"/>
                  </a:lnTo>
                  <a:cubicBezTo>
                    <a:pt x="2467633" y="4535048"/>
                    <a:pt x="2464934" y="4541563"/>
                    <a:pt x="2460130" y="4546367"/>
                  </a:cubicBezTo>
                  <a:cubicBezTo>
                    <a:pt x="2455326" y="4551171"/>
                    <a:pt x="2448811" y="4553869"/>
                    <a:pt x="2442017" y="4553869"/>
                  </a:cubicBezTo>
                  <a:lnTo>
                    <a:pt x="25616" y="4553869"/>
                  </a:lnTo>
                  <a:cubicBezTo>
                    <a:pt x="18822" y="4553869"/>
                    <a:pt x="12306" y="4551171"/>
                    <a:pt x="7503" y="4546367"/>
                  </a:cubicBezTo>
                  <a:cubicBezTo>
                    <a:pt x="2699" y="4541563"/>
                    <a:pt x="0" y="4535048"/>
                    <a:pt x="0" y="4528254"/>
                  </a:cubicBezTo>
                  <a:lnTo>
                    <a:pt x="0" y="25616"/>
                  </a:lnTo>
                  <a:cubicBezTo>
                    <a:pt x="0" y="18822"/>
                    <a:pt x="2699" y="12306"/>
                    <a:pt x="7503" y="7503"/>
                  </a:cubicBezTo>
                  <a:cubicBezTo>
                    <a:pt x="12306" y="2699"/>
                    <a:pt x="18822" y="0"/>
                    <a:pt x="25616" y="0"/>
                  </a:cubicBezTo>
                  <a:close/>
                </a:path>
              </a:pathLst>
            </a:custGeom>
            <a:solidFill>
              <a:srgbClr val="ECDDD4"/>
            </a:solidFill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A3EF3D2D-07EC-CCA2-6BEE-E5C98700B53A}"/>
                </a:ext>
              </a:extLst>
            </p:cNvPr>
            <p:cNvSpPr txBox="1"/>
            <p:nvPr/>
          </p:nvSpPr>
          <p:spPr>
            <a:xfrm>
              <a:off x="0" y="85725"/>
              <a:ext cx="2467632" cy="44681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20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86D588C7-BCDB-5D6C-D6FC-349AF89BB724}"/>
              </a:ext>
            </a:extLst>
          </p:cNvPr>
          <p:cNvGrpSpPr/>
          <p:nvPr/>
        </p:nvGrpSpPr>
        <p:grpSpPr>
          <a:xfrm rot="-5400000">
            <a:off x="15353500" y="-158697"/>
            <a:ext cx="3110490" cy="633626"/>
            <a:chOff x="0" y="0"/>
            <a:chExt cx="819224" cy="166881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4EA9DAB3-036A-A1EE-FBF2-655B00BE1758}"/>
                </a:ext>
              </a:extLst>
            </p:cNvPr>
            <p:cNvSpPr/>
            <p:nvPr/>
          </p:nvSpPr>
          <p:spPr>
            <a:xfrm>
              <a:off x="0" y="0"/>
              <a:ext cx="819224" cy="166881"/>
            </a:xfrm>
            <a:custGeom>
              <a:avLst/>
              <a:gdLst/>
              <a:ahLst/>
              <a:cxnLst/>
              <a:rect l="l" t="t" r="r" b="b"/>
              <a:pathLst>
                <a:path w="819224" h="166881">
                  <a:moveTo>
                    <a:pt x="37335" y="0"/>
                  </a:moveTo>
                  <a:lnTo>
                    <a:pt x="781889" y="0"/>
                  </a:lnTo>
                  <a:cubicBezTo>
                    <a:pt x="791791" y="0"/>
                    <a:pt x="801287" y="3933"/>
                    <a:pt x="808289" y="10935"/>
                  </a:cubicBezTo>
                  <a:cubicBezTo>
                    <a:pt x="815290" y="17937"/>
                    <a:pt x="819224" y="27433"/>
                    <a:pt x="819224" y="37335"/>
                  </a:cubicBezTo>
                  <a:lnTo>
                    <a:pt x="819224" y="129546"/>
                  </a:lnTo>
                  <a:cubicBezTo>
                    <a:pt x="819224" y="139448"/>
                    <a:pt x="815290" y="148944"/>
                    <a:pt x="808289" y="155946"/>
                  </a:cubicBezTo>
                  <a:cubicBezTo>
                    <a:pt x="801287" y="162948"/>
                    <a:pt x="791791" y="166881"/>
                    <a:pt x="781889" y="166881"/>
                  </a:cubicBezTo>
                  <a:lnTo>
                    <a:pt x="37335" y="166881"/>
                  </a:lnTo>
                  <a:cubicBezTo>
                    <a:pt x="16715" y="166881"/>
                    <a:pt x="0" y="150166"/>
                    <a:pt x="0" y="129546"/>
                  </a:cubicBezTo>
                  <a:lnTo>
                    <a:pt x="0" y="37335"/>
                  </a:lnTo>
                  <a:cubicBezTo>
                    <a:pt x="0" y="27433"/>
                    <a:pt x="3933" y="17937"/>
                    <a:pt x="10935" y="10935"/>
                  </a:cubicBezTo>
                  <a:cubicBezTo>
                    <a:pt x="17937" y="3933"/>
                    <a:pt x="27433" y="0"/>
                    <a:pt x="37335" y="0"/>
                  </a:cubicBezTo>
                  <a:close/>
                </a:path>
              </a:pathLst>
            </a:custGeom>
            <a:solidFill>
              <a:srgbClr val="442D26"/>
            </a:solidFill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C2D4DFA6-BAA7-6B26-540B-A5E45AFC546F}"/>
                </a:ext>
              </a:extLst>
            </p:cNvPr>
            <p:cNvSpPr txBox="1"/>
            <p:nvPr/>
          </p:nvSpPr>
          <p:spPr>
            <a:xfrm>
              <a:off x="0" y="85725"/>
              <a:ext cx="819224" cy="811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20"/>
                </a:lnSpc>
              </a:pPr>
              <a:endParaRPr/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5AF2B917-7522-910C-9B76-D14B9B111A26}"/>
              </a:ext>
            </a:extLst>
          </p:cNvPr>
          <p:cNvSpPr txBox="1"/>
          <p:nvPr/>
        </p:nvSpPr>
        <p:spPr>
          <a:xfrm>
            <a:off x="1447800" y="808704"/>
            <a:ext cx="9617842" cy="13991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0368"/>
              </a:lnSpc>
            </a:pPr>
            <a:r>
              <a:rPr lang="en-US" sz="10000" b="1" dirty="0">
                <a:solidFill>
                  <a:srgbClr val="442D26"/>
                </a:solidFill>
                <a:latin typeface="Saira Bold"/>
                <a:ea typeface="Saira Bold"/>
                <a:cs typeface="Saira Bold"/>
                <a:sym typeface="Saira Bold"/>
              </a:rPr>
              <a:t>Clothing 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4CC2B3CD-3AE8-3636-B6C0-C6BD0BC8E038}"/>
              </a:ext>
            </a:extLst>
          </p:cNvPr>
          <p:cNvSpPr txBox="1"/>
          <p:nvPr/>
        </p:nvSpPr>
        <p:spPr>
          <a:xfrm>
            <a:off x="1447800" y="3084554"/>
            <a:ext cx="15306821" cy="37702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500" dirty="0">
                <a:solidFill>
                  <a:srgbClr val="663300"/>
                </a:solidFill>
                <a:latin typeface="Arial" panose="020B0604020202020204" pitchFamily="34" charset="0"/>
              </a:rPr>
              <a:t>Formals (2 pairs)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500" dirty="0">
                <a:solidFill>
                  <a:srgbClr val="663300"/>
                </a:solidFill>
                <a:latin typeface="Arial" panose="020B0604020202020204" pitchFamily="34" charset="0"/>
              </a:rPr>
              <a:t>White t-shirt and white shorts (men) / white or black track pant (women)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500" dirty="0">
                <a:solidFill>
                  <a:srgbClr val="663300"/>
                </a:solidFill>
                <a:latin typeface="Arial" panose="020B0604020202020204" pitchFamily="34" charset="0"/>
              </a:rPr>
              <a:t>Night wear (2 pairs)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500" dirty="0">
                <a:solidFill>
                  <a:srgbClr val="663300"/>
                </a:solidFill>
                <a:latin typeface="Arial" panose="020B0604020202020204" pitchFamily="34" charset="0"/>
              </a:rPr>
              <a:t>Formal Shoes and belt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500" dirty="0">
                <a:solidFill>
                  <a:srgbClr val="663300"/>
                </a:solidFill>
                <a:latin typeface="Arial" panose="020B0604020202020204" pitchFamily="34" charset="0"/>
              </a:rPr>
              <a:t>White shoes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3500" dirty="0">
              <a:solidFill>
                <a:srgbClr val="663300"/>
              </a:solidFill>
              <a:latin typeface="Arial" panose="020B0604020202020204" pitchFamily="34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3500" dirty="0">
              <a:solidFill>
                <a:srgbClr val="663300"/>
              </a:solidFill>
              <a:latin typeface="Arial" panose="020B0604020202020204" pitchFamily="34" charset="0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E5D13BAF-FB57-9E46-26C1-F52D88AA022F}"/>
              </a:ext>
            </a:extLst>
          </p:cNvPr>
          <p:cNvSpPr txBox="1"/>
          <p:nvPr/>
        </p:nvSpPr>
        <p:spPr>
          <a:xfrm>
            <a:off x="16591932" y="1266062"/>
            <a:ext cx="633626" cy="242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2189" dirty="0">
                <a:solidFill>
                  <a:srgbClr val="ECDDD4"/>
                </a:solidFill>
                <a:latin typeface="Saira"/>
                <a:ea typeface="Saira"/>
                <a:cs typeface="Saira"/>
                <a:sym typeface="Saira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2918732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00CF7-FB0A-F556-962A-C513E33FF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BB92CFD-AEEA-AFDC-2981-00876F838ECE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99D970F0-4A3C-2250-F83B-A85110B56948}"/>
              </a:ext>
            </a:extLst>
          </p:cNvPr>
          <p:cNvGrpSpPr/>
          <p:nvPr/>
        </p:nvGrpSpPr>
        <p:grpSpPr>
          <a:xfrm rot="-5400000">
            <a:off x="4459354" y="-3447892"/>
            <a:ext cx="9369292" cy="17290473"/>
            <a:chOff x="0" y="0"/>
            <a:chExt cx="2467632" cy="4553869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D22F2B93-8FA8-CE81-B12F-675FC3BDA4F0}"/>
                </a:ext>
              </a:extLst>
            </p:cNvPr>
            <p:cNvSpPr/>
            <p:nvPr/>
          </p:nvSpPr>
          <p:spPr>
            <a:xfrm>
              <a:off x="0" y="0"/>
              <a:ext cx="2467633" cy="4553869"/>
            </a:xfrm>
            <a:custGeom>
              <a:avLst/>
              <a:gdLst/>
              <a:ahLst/>
              <a:cxnLst/>
              <a:rect l="l" t="t" r="r" b="b"/>
              <a:pathLst>
                <a:path w="2467633" h="4553869">
                  <a:moveTo>
                    <a:pt x="25616" y="0"/>
                  </a:moveTo>
                  <a:lnTo>
                    <a:pt x="2442017" y="0"/>
                  </a:lnTo>
                  <a:cubicBezTo>
                    <a:pt x="2448811" y="0"/>
                    <a:pt x="2455326" y="2699"/>
                    <a:pt x="2460130" y="7503"/>
                  </a:cubicBezTo>
                  <a:cubicBezTo>
                    <a:pt x="2464934" y="12306"/>
                    <a:pt x="2467633" y="18822"/>
                    <a:pt x="2467633" y="25616"/>
                  </a:cubicBezTo>
                  <a:lnTo>
                    <a:pt x="2467633" y="4528254"/>
                  </a:lnTo>
                  <a:cubicBezTo>
                    <a:pt x="2467633" y="4535048"/>
                    <a:pt x="2464934" y="4541563"/>
                    <a:pt x="2460130" y="4546367"/>
                  </a:cubicBezTo>
                  <a:cubicBezTo>
                    <a:pt x="2455326" y="4551171"/>
                    <a:pt x="2448811" y="4553869"/>
                    <a:pt x="2442017" y="4553869"/>
                  </a:cubicBezTo>
                  <a:lnTo>
                    <a:pt x="25616" y="4553869"/>
                  </a:lnTo>
                  <a:cubicBezTo>
                    <a:pt x="18822" y="4553869"/>
                    <a:pt x="12306" y="4551171"/>
                    <a:pt x="7503" y="4546367"/>
                  </a:cubicBezTo>
                  <a:cubicBezTo>
                    <a:pt x="2699" y="4541563"/>
                    <a:pt x="0" y="4535048"/>
                    <a:pt x="0" y="4528254"/>
                  </a:cubicBezTo>
                  <a:lnTo>
                    <a:pt x="0" y="25616"/>
                  </a:lnTo>
                  <a:cubicBezTo>
                    <a:pt x="0" y="18822"/>
                    <a:pt x="2699" y="12306"/>
                    <a:pt x="7503" y="7503"/>
                  </a:cubicBezTo>
                  <a:cubicBezTo>
                    <a:pt x="12306" y="2699"/>
                    <a:pt x="18822" y="0"/>
                    <a:pt x="25616" y="0"/>
                  </a:cubicBezTo>
                  <a:close/>
                </a:path>
              </a:pathLst>
            </a:custGeom>
            <a:solidFill>
              <a:srgbClr val="ECDDD4"/>
            </a:solidFill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FF9A96F0-B144-131B-DF79-52D4BF110D8B}"/>
                </a:ext>
              </a:extLst>
            </p:cNvPr>
            <p:cNvSpPr txBox="1"/>
            <p:nvPr/>
          </p:nvSpPr>
          <p:spPr>
            <a:xfrm>
              <a:off x="0" y="85725"/>
              <a:ext cx="2467632" cy="44681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20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E8AD8B6B-6DEA-3A80-47B9-65DC8EF78294}"/>
              </a:ext>
            </a:extLst>
          </p:cNvPr>
          <p:cNvGrpSpPr/>
          <p:nvPr/>
        </p:nvGrpSpPr>
        <p:grpSpPr>
          <a:xfrm rot="-5400000">
            <a:off x="15353500" y="-158697"/>
            <a:ext cx="3110490" cy="633626"/>
            <a:chOff x="0" y="0"/>
            <a:chExt cx="819224" cy="166881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10E7DDF0-649C-5025-EB0D-B672513870A0}"/>
                </a:ext>
              </a:extLst>
            </p:cNvPr>
            <p:cNvSpPr/>
            <p:nvPr/>
          </p:nvSpPr>
          <p:spPr>
            <a:xfrm>
              <a:off x="0" y="0"/>
              <a:ext cx="819224" cy="166881"/>
            </a:xfrm>
            <a:custGeom>
              <a:avLst/>
              <a:gdLst/>
              <a:ahLst/>
              <a:cxnLst/>
              <a:rect l="l" t="t" r="r" b="b"/>
              <a:pathLst>
                <a:path w="819224" h="166881">
                  <a:moveTo>
                    <a:pt x="37335" y="0"/>
                  </a:moveTo>
                  <a:lnTo>
                    <a:pt x="781889" y="0"/>
                  </a:lnTo>
                  <a:cubicBezTo>
                    <a:pt x="791791" y="0"/>
                    <a:pt x="801287" y="3933"/>
                    <a:pt x="808289" y="10935"/>
                  </a:cubicBezTo>
                  <a:cubicBezTo>
                    <a:pt x="815290" y="17937"/>
                    <a:pt x="819224" y="27433"/>
                    <a:pt x="819224" y="37335"/>
                  </a:cubicBezTo>
                  <a:lnTo>
                    <a:pt x="819224" y="129546"/>
                  </a:lnTo>
                  <a:cubicBezTo>
                    <a:pt x="819224" y="139448"/>
                    <a:pt x="815290" y="148944"/>
                    <a:pt x="808289" y="155946"/>
                  </a:cubicBezTo>
                  <a:cubicBezTo>
                    <a:pt x="801287" y="162948"/>
                    <a:pt x="791791" y="166881"/>
                    <a:pt x="781889" y="166881"/>
                  </a:cubicBezTo>
                  <a:lnTo>
                    <a:pt x="37335" y="166881"/>
                  </a:lnTo>
                  <a:cubicBezTo>
                    <a:pt x="16715" y="166881"/>
                    <a:pt x="0" y="150166"/>
                    <a:pt x="0" y="129546"/>
                  </a:cubicBezTo>
                  <a:lnTo>
                    <a:pt x="0" y="37335"/>
                  </a:lnTo>
                  <a:cubicBezTo>
                    <a:pt x="0" y="27433"/>
                    <a:pt x="3933" y="17937"/>
                    <a:pt x="10935" y="10935"/>
                  </a:cubicBezTo>
                  <a:cubicBezTo>
                    <a:pt x="17937" y="3933"/>
                    <a:pt x="27433" y="0"/>
                    <a:pt x="37335" y="0"/>
                  </a:cubicBezTo>
                  <a:close/>
                </a:path>
              </a:pathLst>
            </a:custGeom>
            <a:solidFill>
              <a:srgbClr val="442D26"/>
            </a:solidFill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AFE22018-988F-CBF2-3CB1-0A012408B21D}"/>
                </a:ext>
              </a:extLst>
            </p:cNvPr>
            <p:cNvSpPr txBox="1"/>
            <p:nvPr/>
          </p:nvSpPr>
          <p:spPr>
            <a:xfrm>
              <a:off x="0" y="85725"/>
              <a:ext cx="819224" cy="811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20"/>
                </a:lnSpc>
              </a:pPr>
              <a:endParaRPr/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F5C43795-9F33-FBC8-7CB6-151607AD247E}"/>
              </a:ext>
            </a:extLst>
          </p:cNvPr>
          <p:cNvSpPr txBox="1"/>
          <p:nvPr/>
        </p:nvSpPr>
        <p:spPr>
          <a:xfrm>
            <a:off x="1447800" y="808704"/>
            <a:ext cx="9617842" cy="13991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0368"/>
              </a:lnSpc>
            </a:pPr>
            <a:r>
              <a:rPr lang="en-US" sz="10000" b="1" dirty="0">
                <a:solidFill>
                  <a:srgbClr val="442D26"/>
                </a:solidFill>
                <a:latin typeface="Saira Bold"/>
                <a:ea typeface="Saira Bold"/>
                <a:cs typeface="Saira Bold"/>
                <a:sym typeface="Saira Bold"/>
              </a:rPr>
              <a:t>Stay near SSB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5F9A7268-545E-90DA-2DC1-4197B944DA42}"/>
              </a:ext>
            </a:extLst>
          </p:cNvPr>
          <p:cNvSpPr txBox="1"/>
          <p:nvPr/>
        </p:nvSpPr>
        <p:spPr>
          <a:xfrm>
            <a:off x="1440426" y="2905384"/>
            <a:ext cx="15306821" cy="43088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b="1" dirty="0">
              <a:solidFill>
                <a:srgbClr val="663300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solidFill>
                  <a:srgbClr val="663300"/>
                </a:solidFill>
                <a:latin typeface="Arial" panose="020B0604020202020204" pitchFamily="34" charset="0"/>
              </a:rPr>
              <a:t>CGSB Goa- Dormitory by IRCTC (Do advance booking)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 b="1" dirty="0">
              <a:solidFill>
                <a:srgbClr val="663300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solidFill>
                  <a:srgbClr val="663300"/>
                </a:solidFill>
                <a:latin typeface="Arial" panose="020B0604020202020204" pitchFamily="34" charset="0"/>
              </a:rPr>
              <a:t>Ahmedabad- Kutchi Jain Sewa Samaj Opp. Arihant </a:t>
            </a:r>
            <a:r>
              <a:rPr lang="en-US" altLang="en-US" sz="2000" b="1" dirty="0" err="1">
                <a:solidFill>
                  <a:srgbClr val="663300"/>
                </a:solidFill>
                <a:latin typeface="Arial" panose="020B0604020202020204" pitchFamily="34" charset="0"/>
              </a:rPr>
              <a:t>nagar</a:t>
            </a:r>
            <a:r>
              <a:rPr lang="en-US" altLang="en-US" sz="2000" b="1" dirty="0">
                <a:solidFill>
                  <a:srgbClr val="663300"/>
                </a:solidFill>
                <a:latin typeface="Arial" panose="020B0604020202020204" pitchFamily="34" charset="0"/>
              </a:rPr>
              <a:t> Jain Temple, On road, Camp Rd., opp. to Rajasthan Hospital Ahmedabad, Shahibag₹100/day per person </a:t>
            </a:r>
            <a:r>
              <a:rPr lang="en-US" altLang="en-US" sz="2000" b="1" dirty="0" err="1">
                <a:solidFill>
                  <a:srgbClr val="663300"/>
                </a:solidFill>
                <a:latin typeface="Arial" panose="020B0604020202020204" pitchFamily="34" charset="0"/>
              </a:rPr>
              <a:t>dormatory</a:t>
            </a:r>
            <a:r>
              <a:rPr lang="en-US" altLang="en-US" sz="2000" b="1" dirty="0">
                <a:solidFill>
                  <a:srgbClr val="663300"/>
                </a:solidFill>
                <a:latin typeface="Arial" panose="020B0604020202020204" pitchFamily="34" charset="0"/>
              </a:rPr>
              <a:t> + food facilityhttps://goo.gl/maps/piuFTXhs8LpcZGgP7- BAPS Shri Swaminarayan </a:t>
            </a:r>
            <a:r>
              <a:rPr lang="en-US" altLang="en-US" sz="2000" b="1" dirty="0" err="1">
                <a:solidFill>
                  <a:srgbClr val="663300"/>
                </a:solidFill>
                <a:latin typeface="Arial" panose="020B0604020202020204" pitchFamily="34" charset="0"/>
              </a:rPr>
              <a:t>MandirCamp</a:t>
            </a:r>
            <a:r>
              <a:rPr lang="en-US" altLang="en-US" sz="2000" b="1" dirty="0">
                <a:solidFill>
                  <a:srgbClr val="663300"/>
                </a:solidFill>
                <a:latin typeface="Arial" panose="020B0604020202020204" pitchFamily="34" charset="0"/>
              </a:rPr>
              <a:t> Rd., Jain Colony, Shahibag₹300/day per person + food facility includedhttps://goo.gl/maps/Vx1EC3wAqxFWVc199- Jawahar Sindhi Dharamshala61, </a:t>
            </a:r>
            <a:r>
              <a:rPr lang="en-US" altLang="en-US" sz="2000" b="1" dirty="0" err="1">
                <a:solidFill>
                  <a:srgbClr val="663300"/>
                </a:solidFill>
                <a:latin typeface="Arial" panose="020B0604020202020204" pitchFamily="34" charset="0"/>
              </a:rPr>
              <a:t>Kubernagar</a:t>
            </a:r>
            <a:r>
              <a:rPr lang="en-US" altLang="en-US" sz="2000" b="1" dirty="0">
                <a:solidFill>
                  <a:srgbClr val="663300"/>
                </a:solidFill>
                <a:latin typeface="Arial" panose="020B0604020202020204" pitchFamily="34" charset="0"/>
              </a:rPr>
              <a:t> Rd, Kuber Nagarhttps://goo.gl/maps/DxFtf5U3rZAY1sv26- Anand Prakash Maharaj Dharmashala233, Patel Society, Asarwahttps://goo.gl/maps/FqE9zkHTpt9eWs349- </a:t>
            </a:r>
            <a:r>
              <a:rPr lang="en-US" altLang="en-US" sz="2000" b="1" dirty="0" err="1">
                <a:solidFill>
                  <a:srgbClr val="663300"/>
                </a:solidFill>
                <a:latin typeface="Arial" panose="020B0604020202020204" pitchFamily="34" charset="0"/>
              </a:rPr>
              <a:t>Revabai</a:t>
            </a:r>
            <a:r>
              <a:rPr lang="en-US" altLang="en-US" sz="2000" b="1" dirty="0">
                <a:solidFill>
                  <a:srgbClr val="663300"/>
                </a:solidFill>
                <a:latin typeface="Arial" panose="020B0604020202020204" pitchFamily="34" charset="0"/>
              </a:rPr>
              <a:t> Hindu </a:t>
            </a:r>
            <a:r>
              <a:rPr lang="en-US" altLang="en-US" sz="2000" b="1" dirty="0" err="1">
                <a:solidFill>
                  <a:srgbClr val="663300"/>
                </a:solidFill>
                <a:latin typeface="Arial" panose="020B0604020202020204" pitchFamily="34" charset="0"/>
              </a:rPr>
              <a:t>DharmashalaMyu.Se</a:t>
            </a:r>
            <a:r>
              <a:rPr lang="en-US" altLang="en-US" sz="2000" b="1" dirty="0">
                <a:solidFill>
                  <a:srgbClr val="663300"/>
                </a:solidFill>
                <a:latin typeface="Arial" panose="020B0604020202020204" pitchFamily="34" charset="0"/>
              </a:rPr>
              <a:t>. 620/55, Old Railway Station, </a:t>
            </a:r>
            <a:r>
              <a:rPr lang="en-US" altLang="en-US" sz="2000" b="1" dirty="0" err="1">
                <a:solidFill>
                  <a:srgbClr val="663300"/>
                </a:solidFill>
                <a:latin typeface="Arial" panose="020B0604020202020204" pitchFamily="34" charset="0"/>
              </a:rPr>
              <a:t>Kalupur</a:t>
            </a:r>
            <a:r>
              <a:rPr lang="en-US" altLang="en-US" sz="2000" b="1" dirty="0">
                <a:solidFill>
                  <a:srgbClr val="663300"/>
                </a:solidFill>
                <a:latin typeface="Arial" panose="020B0604020202020204" pitchFamily="34" charset="0"/>
              </a:rPr>
              <a:t> Rd, Kalupurhttps://goo.gl/maps/N2BxudHrRa4BAX3RA- </a:t>
            </a:r>
            <a:r>
              <a:rPr lang="en-US" altLang="en-US" sz="2000" b="1" dirty="0" err="1">
                <a:solidFill>
                  <a:srgbClr val="663300"/>
                </a:solidFill>
                <a:latin typeface="Arial" panose="020B0604020202020204" pitchFamily="34" charset="0"/>
              </a:rPr>
              <a:t>Marchipole</a:t>
            </a:r>
            <a:r>
              <a:rPr lang="en-US" altLang="en-US" sz="2000" b="1" dirty="0">
                <a:solidFill>
                  <a:srgbClr val="663300"/>
                </a:solidFill>
                <a:latin typeface="Arial" panose="020B0604020202020204" pitchFamily="34" charset="0"/>
              </a:rPr>
              <a:t> Jain </a:t>
            </a:r>
            <a:r>
              <a:rPr lang="en-US" altLang="en-US" sz="2000" b="1" dirty="0" err="1">
                <a:solidFill>
                  <a:srgbClr val="663300"/>
                </a:solidFill>
                <a:latin typeface="Arial" panose="020B0604020202020204" pitchFamily="34" charset="0"/>
              </a:rPr>
              <a:t>DharmshalaKalupur</a:t>
            </a:r>
            <a:r>
              <a:rPr lang="en-US" altLang="en-US" sz="2000" b="1" dirty="0">
                <a:solidFill>
                  <a:srgbClr val="663300"/>
                </a:solidFill>
                <a:latin typeface="Arial" panose="020B0604020202020204" pitchFamily="34" charset="0"/>
              </a:rPr>
              <a:t>, </a:t>
            </a:r>
            <a:r>
              <a:rPr lang="en-US" altLang="en-US" sz="2000" b="1" dirty="0" err="1">
                <a:solidFill>
                  <a:srgbClr val="663300"/>
                </a:solidFill>
                <a:latin typeface="Arial" panose="020B0604020202020204" pitchFamily="34" charset="0"/>
              </a:rPr>
              <a:t>Tankshal</a:t>
            </a:r>
            <a:r>
              <a:rPr lang="en-US" altLang="en-US" sz="2000" b="1" dirty="0">
                <a:solidFill>
                  <a:srgbClr val="663300"/>
                </a:solidFill>
                <a:latin typeface="Arial" panose="020B0604020202020204" pitchFamily="34" charset="0"/>
              </a:rPr>
              <a:t>, Khadiahttps://goo.gl/maps/GkLuBVvrStTFx9e68- Hindu Dharamshala₹250/day per person16, Relief Rd, </a:t>
            </a:r>
            <a:r>
              <a:rPr lang="en-US" altLang="en-US" sz="2000" b="1" dirty="0" err="1">
                <a:solidFill>
                  <a:srgbClr val="663300"/>
                </a:solidFill>
                <a:latin typeface="Arial" panose="020B0604020202020204" pitchFamily="34" charset="0"/>
              </a:rPr>
              <a:t>Kapasia</a:t>
            </a:r>
            <a:r>
              <a:rPr lang="en-US" altLang="en-US" sz="2000" b="1" dirty="0">
                <a:solidFill>
                  <a:srgbClr val="663300"/>
                </a:solidFill>
                <a:latin typeface="Arial" panose="020B0604020202020204" pitchFamily="34" charset="0"/>
              </a:rPr>
              <a:t> Bazar, Sakar </a:t>
            </a:r>
            <a:r>
              <a:rPr lang="en-US" altLang="en-US" sz="2000" b="1" dirty="0" err="1">
                <a:solidFill>
                  <a:srgbClr val="663300"/>
                </a:solidFill>
                <a:latin typeface="Arial" panose="020B0604020202020204" pitchFamily="34" charset="0"/>
              </a:rPr>
              <a:t>Bazzar</a:t>
            </a:r>
            <a:r>
              <a:rPr lang="en-US" altLang="en-US" sz="2000" b="1" dirty="0">
                <a:solidFill>
                  <a:srgbClr val="663300"/>
                </a:solidFill>
                <a:latin typeface="Arial" panose="020B0604020202020204" pitchFamily="34" charset="0"/>
              </a:rPr>
              <a:t>, Kalupurhttps://goo.gl/maps/DwhjknaP8HAJu72eA- Sindhi Dharamshala </a:t>
            </a:r>
            <a:r>
              <a:rPr lang="en-US" altLang="en-US" sz="2000" b="1" dirty="0" err="1">
                <a:solidFill>
                  <a:srgbClr val="663300"/>
                </a:solidFill>
                <a:latin typeface="Arial" panose="020B0604020202020204" pitchFamily="34" charset="0"/>
              </a:rPr>
              <a:t>TrustKotni</a:t>
            </a:r>
            <a:r>
              <a:rPr lang="en-US" altLang="en-US" sz="2000" b="1" dirty="0">
                <a:solidFill>
                  <a:srgbClr val="663300"/>
                </a:solidFill>
                <a:latin typeface="Arial" panose="020B0604020202020204" pitchFamily="34" charset="0"/>
              </a:rPr>
              <a:t> Rang, near Anand Sweets, </a:t>
            </a:r>
            <a:r>
              <a:rPr lang="en-US" altLang="en-US" sz="2000" b="1" dirty="0" err="1">
                <a:solidFill>
                  <a:srgbClr val="663300"/>
                </a:solidFill>
                <a:latin typeface="Arial" panose="020B0604020202020204" pitchFamily="34" charset="0"/>
              </a:rPr>
              <a:t>Kapasia</a:t>
            </a:r>
            <a:r>
              <a:rPr lang="en-US" altLang="en-US" sz="2000" b="1" dirty="0">
                <a:solidFill>
                  <a:srgbClr val="663300"/>
                </a:solidFill>
                <a:latin typeface="Arial" panose="020B0604020202020204" pitchFamily="34" charset="0"/>
              </a:rPr>
              <a:t> Bazar, </a:t>
            </a:r>
            <a:r>
              <a:rPr lang="en-US" altLang="en-US" sz="2000" b="1" dirty="0" err="1">
                <a:solidFill>
                  <a:srgbClr val="663300"/>
                </a:solidFill>
                <a:latin typeface="Arial" panose="020B0604020202020204" pitchFamily="34" charset="0"/>
              </a:rPr>
              <a:t>Revdi</a:t>
            </a:r>
            <a:r>
              <a:rPr lang="en-US" altLang="en-US" sz="2000" b="1" dirty="0">
                <a:solidFill>
                  <a:srgbClr val="663300"/>
                </a:solidFill>
                <a:latin typeface="Arial" panose="020B0604020202020204" pitchFamily="34" charset="0"/>
              </a:rPr>
              <a:t> Bazar, Kalupur₹125/day per person + basic amenitieshttps://goo.gl/maps/JRiCfRAnsNUvgsqNA- </a:t>
            </a:r>
            <a:r>
              <a:rPr lang="en-US" altLang="en-US" sz="2000" b="1" dirty="0" err="1">
                <a:solidFill>
                  <a:srgbClr val="663300"/>
                </a:solidFill>
                <a:latin typeface="Arial" panose="020B0604020202020204" pitchFamily="34" charset="0"/>
              </a:rPr>
              <a:t>Khadia</a:t>
            </a:r>
            <a:r>
              <a:rPr lang="en-US" altLang="en-US" sz="2000" b="1" dirty="0">
                <a:solidFill>
                  <a:srgbClr val="663300"/>
                </a:solidFill>
                <a:latin typeface="Arial" panose="020B0604020202020204" pitchFamily="34" charset="0"/>
              </a:rPr>
              <a:t> Digambar Jain Dharmshala1798, Old City, Khadiahttps://goo.gl/maps/Bx1Kyjc6bdtYkU7KA</a:t>
            </a:r>
            <a:endParaRPr lang="en-US" altLang="en-US" sz="2000" dirty="0">
              <a:solidFill>
                <a:srgbClr val="663300"/>
              </a:solidFill>
              <a:latin typeface="Arial" panose="020B0604020202020204" pitchFamily="34" charset="0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C9F8CF8F-71C8-B491-09EF-6F19869679A0}"/>
              </a:ext>
            </a:extLst>
          </p:cNvPr>
          <p:cNvSpPr txBox="1"/>
          <p:nvPr/>
        </p:nvSpPr>
        <p:spPr>
          <a:xfrm>
            <a:off x="16591932" y="1266062"/>
            <a:ext cx="633626" cy="242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2189" dirty="0">
                <a:solidFill>
                  <a:srgbClr val="ECDDD4"/>
                </a:solidFill>
                <a:latin typeface="Saira"/>
                <a:ea typeface="Saira"/>
                <a:cs typeface="Saira"/>
                <a:sym typeface="Saira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7520922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DD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15353500" y="-158697"/>
            <a:ext cx="3110490" cy="633626"/>
            <a:chOff x="0" y="0"/>
            <a:chExt cx="819224" cy="16688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9224" cy="166881"/>
            </a:xfrm>
            <a:custGeom>
              <a:avLst/>
              <a:gdLst/>
              <a:ahLst/>
              <a:cxnLst/>
              <a:rect l="l" t="t" r="r" b="b"/>
              <a:pathLst>
                <a:path w="819224" h="166881">
                  <a:moveTo>
                    <a:pt x="37335" y="0"/>
                  </a:moveTo>
                  <a:lnTo>
                    <a:pt x="781889" y="0"/>
                  </a:lnTo>
                  <a:cubicBezTo>
                    <a:pt x="791791" y="0"/>
                    <a:pt x="801287" y="3933"/>
                    <a:pt x="808289" y="10935"/>
                  </a:cubicBezTo>
                  <a:cubicBezTo>
                    <a:pt x="815290" y="17937"/>
                    <a:pt x="819224" y="27433"/>
                    <a:pt x="819224" y="37335"/>
                  </a:cubicBezTo>
                  <a:lnTo>
                    <a:pt x="819224" y="129546"/>
                  </a:lnTo>
                  <a:cubicBezTo>
                    <a:pt x="819224" y="139448"/>
                    <a:pt x="815290" y="148944"/>
                    <a:pt x="808289" y="155946"/>
                  </a:cubicBezTo>
                  <a:cubicBezTo>
                    <a:pt x="801287" y="162948"/>
                    <a:pt x="791791" y="166881"/>
                    <a:pt x="781889" y="166881"/>
                  </a:cubicBezTo>
                  <a:lnTo>
                    <a:pt x="37335" y="166881"/>
                  </a:lnTo>
                  <a:cubicBezTo>
                    <a:pt x="16715" y="166881"/>
                    <a:pt x="0" y="150166"/>
                    <a:pt x="0" y="129546"/>
                  </a:cubicBezTo>
                  <a:lnTo>
                    <a:pt x="0" y="37335"/>
                  </a:lnTo>
                  <a:cubicBezTo>
                    <a:pt x="0" y="27433"/>
                    <a:pt x="3933" y="17937"/>
                    <a:pt x="10935" y="10935"/>
                  </a:cubicBezTo>
                  <a:cubicBezTo>
                    <a:pt x="17937" y="3933"/>
                    <a:pt x="27433" y="0"/>
                    <a:pt x="37335" y="0"/>
                  </a:cubicBezTo>
                  <a:close/>
                </a:path>
              </a:pathLst>
            </a:custGeom>
            <a:solidFill>
              <a:srgbClr val="442D26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85725"/>
              <a:ext cx="819224" cy="811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2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5400000">
            <a:off x="-4173085" y="2981872"/>
            <a:ext cx="11319331" cy="4430945"/>
            <a:chOff x="0" y="0"/>
            <a:chExt cx="2981223" cy="116699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981223" cy="1166998"/>
            </a:xfrm>
            <a:custGeom>
              <a:avLst/>
              <a:gdLst/>
              <a:ahLst/>
              <a:cxnLst/>
              <a:rect l="l" t="t" r="r" b="b"/>
              <a:pathLst>
                <a:path w="2981223" h="1166998">
                  <a:moveTo>
                    <a:pt x="21203" y="0"/>
                  </a:moveTo>
                  <a:lnTo>
                    <a:pt x="2960020" y="0"/>
                  </a:lnTo>
                  <a:cubicBezTo>
                    <a:pt x="2965644" y="0"/>
                    <a:pt x="2971036" y="2234"/>
                    <a:pt x="2975013" y="6210"/>
                  </a:cubicBezTo>
                  <a:cubicBezTo>
                    <a:pt x="2978989" y="10186"/>
                    <a:pt x="2981223" y="15579"/>
                    <a:pt x="2981223" y="21203"/>
                  </a:cubicBezTo>
                  <a:lnTo>
                    <a:pt x="2981223" y="1145795"/>
                  </a:lnTo>
                  <a:cubicBezTo>
                    <a:pt x="2981223" y="1151418"/>
                    <a:pt x="2978989" y="1156811"/>
                    <a:pt x="2975013" y="1160788"/>
                  </a:cubicBezTo>
                  <a:cubicBezTo>
                    <a:pt x="2971036" y="1164764"/>
                    <a:pt x="2965644" y="1166998"/>
                    <a:pt x="2960020" y="1166998"/>
                  </a:cubicBezTo>
                  <a:lnTo>
                    <a:pt x="21203" y="1166998"/>
                  </a:lnTo>
                  <a:cubicBezTo>
                    <a:pt x="15579" y="1166998"/>
                    <a:pt x="10186" y="1164764"/>
                    <a:pt x="6210" y="1160788"/>
                  </a:cubicBezTo>
                  <a:cubicBezTo>
                    <a:pt x="2234" y="1156811"/>
                    <a:pt x="0" y="1151418"/>
                    <a:pt x="0" y="1145795"/>
                  </a:cubicBezTo>
                  <a:lnTo>
                    <a:pt x="0" y="21203"/>
                  </a:lnTo>
                  <a:cubicBezTo>
                    <a:pt x="0" y="15579"/>
                    <a:pt x="2234" y="10186"/>
                    <a:pt x="6210" y="6210"/>
                  </a:cubicBezTo>
                  <a:cubicBezTo>
                    <a:pt x="10186" y="2234"/>
                    <a:pt x="15579" y="0"/>
                    <a:pt x="21203" y="0"/>
                  </a:cubicBezTo>
                  <a:close/>
                </a:path>
              </a:pathLst>
            </a:custGeom>
            <a:solidFill>
              <a:srgbClr val="AB785E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85725"/>
              <a:ext cx="2981223" cy="1081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2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-5400000">
            <a:off x="13046105" y="4174609"/>
            <a:ext cx="11319331" cy="2045471"/>
            <a:chOff x="0" y="0"/>
            <a:chExt cx="2981223" cy="53872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981223" cy="538725"/>
            </a:xfrm>
            <a:custGeom>
              <a:avLst/>
              <a:gdLst/>
              <a:ahLst/>
              <a:cxnLst/>
              <a:rect l="l" t="t" r="r" b="b"/>
              <a:pathLst>
                <a:path w="2981223" h="538725">
                  <a:moveTo>
                    <a:pt x="21203" y="0"/>
                  </a:moveTo>
                  <a:lnTo>
                    <a:pt x="2960020" y="0"/>
                  </a:lnTo>
                  <a:cubicBezTo>
                    <a:pt x="2965644" y="0"/>
                    <a:pt x="2971036" y="2234"/>
                    <a:pt x="2975013" y="6210"/>
                  </a:cubicBezTo>
                  <a:cubicBezTo>
                    <a:pt x="2978989" y="10186"/>
                    <a:pt x="2981223" y="15579"/>
                    <a:pt x="2981223" y="21203"/>
                  </a:cubicBezTo>
                  <a:lnTo>
                    <a:pt x="2981223" y="517522"/>
                  </a:lnTo>
                  <a:cubicBezTo>
                    <a:pt x="2981223" y="523145"/>
                    <a:pt x="2978989" y="528538"/>
                    <a:pt x="2975013" y="532515"/>
                  </a:cubicBezTo>
                  <a:cubicBezTo>
                    <a:pt x="2971036" y="536491"/>
                    <a:pt x="2965644" y="538725"/>
                    <a:pt x="2960020" y="538725"/>
                  </a:cubicBezTo>
                  <a:lnTo>
                    <a:pt x="21203" y="538725"/>
                  </a:lnTo>
                  <a:cubicBezTo>
                    <a:pt x="15579" y="538725"/>
                    <a:pt x="10186" y="536491"/>
                    <a:pt x="6210" y="532515"/>
                  </a:cubicBezTo>
                  <a:cubicBezTo>
                    <a:pt x="2234" y="528538"/>
                    <a:pt x="0" y="523145"/>
                    <a:pt x="0" y="517522"/>
                  </a:cubicBezTo>
                  <a:lnTo>
                    <a:pt x="0" y="21203"/>
                  </a:lnTo>
                  <a:cubicBezTo>
                    <a:pt x="0" y="15579"/>
                    <a:pt x="2234" y="10186"/>
                    <a:pt x="6210" y="6210"/>
                  </a:cubicBezTo>
                  <a:cubicBezTo>
                    <a:pt x="10186" y="2234"/>
                    <a:pt x="15579" y="0"/>
                    <a:pt x="21203" y="0"/>
                  </a:cubicBezTo>
                  <a:close/>
                </a:path>
              </a:pathLst>
            </a:custGeom>
            <a:solidFill>
              <a:srgbClr val="AB785E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85725"/>
              <a:ext cx="2981223" cy="453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20"/>
                </a:lnSpc>
              </a:pPr>
              <a:endParaRPr/>
            </a:p>
          </p:txBody>
        </p:sp>
      </p:grpSp>
      <p:pic>
        <p:nvPicPr>
          <p:cNvPr id="1026" name="Picture 2" descr="Defence Lead | Motivational Defence Quotes for Defence ...">
            <a:extLst>
              <a:ext uri="{FF2B5EF4-FFF2-40B4-BE49-F238E27FC236}">
                <a16:creationId xmlns:a16="http://schemas.microsoft.com/office/drawing/2014/main" id="{E07DE20A-A256-66E7-95FC-53ABD618DA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8545" y="495300"/>
            <a:ext cx="10540310" cy="9022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 rot="-5400000">
            <a:off x="8865059" y="147595"/>
            <a:ext cx="557883" cy="19716810"/>
            <a:chOff x="0" y="0"/>
            <a:chExt cx="146932" cy="519290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6932" cy="5192905"/>
            </a:xfrm>
            <a:custGeom>
              <a:avLst/>
              <a:gdLst/>
              <a:ahLst/>
              <a:cxnLst/>
              <a:rect l="l" t="t" r="r" b="b"/>
              <a:pathLst>
                <a:path w="146932" h="5192905">
                  <a:moveTo>
                    <a:pt x="73466" y="0"/>
                  </a:moveTo>
                  <a:lnTo>
                    <a:pt x="73466" y="0"/>
                  </a:lnTo>
                  <a:cubicBezTo>
                    <a:pt x="114040" y="0"/>
                    <a:pt x="146932" y="32892"/>
                    <a:pt x="146932" y="73466"/>
                  </a:cubicBezTo>
                  <a:lnTo>
                    <a:pt x="146932" y="5119439"/>
                  </a:lnTo>
                  <a:cubicBezTo>
                    <a:pt x="146932" y="5138923"/>
                    <a:pt x="139192" y="5157610"/>
                    <a:pt x="125414" y="5171387"/>
                  </a:cubicBezTo>
                  <a:cubicBezTo>
                    <a:pt x="111637" y="5185165"/>
                    <a:pt x="92950" y="5192905"/>
                    <a:pt x="73466" y="5192905"/>
                  </a:cubicBezTo>
                  <a:lnTo>
                    <a:pt x="73466" y="5192905"/>
                  </a:lnTo>
                  <a:cubicBezTo>
                    <a:pt x="32892" y="5192905"/>
                    <a:pt x="0" y="5160013"/>
                    <a:pt x="0" y="5119439"/>
                  </a:cubicBezTo>
                  <a:lnTo>
                    <a:pt x="0" y="73466"/>
                  </a:lnTo>
                  <a:cubicBezTo>
                    <a:pt x="0" y="53982"/>
                    <a:pt x="7740" y="35295"/>
                    <a:pt x="21518" y="21518"/>
                  </a:cubicBezTo>
                  <a:cubicBezTo>
                    <a:pt x="35295" y="7740"/>
                    <a:pt x="53982" y="0"/>
                    <a:pt x="73466" y="0"/>
                  </a:cubicBezTo>
                  <a:close/>
                </a:path>
              </a:pathLst>
            </a:custGeom>
            <a:solidFill>
              <a:srgbClr val="AB785E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85725"/>
              <a:ext cx="146932" cy="51071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2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5400000">
            <a:off x="15353500" y="-158697"/>
            <a:ext cx="3110490" cy="633626"/>
            <a:chOff x="0" y="0"/>
            <a:chExt cx="819224" cy="16688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9224" cy="166881"/>
            </a:xfrm>
            <a:custGeom>
              <a:avLst/>
              <a:gdLst/>
              <a:ahLst/>
              <a:cxnLst/>
              <a:rect l="l" t="t" r="r" b="b"/>
              <a:pathLst>
                <a:path w="819224" h="166881">
                  <a:moveTo>
                    <a:pt x="37335" y="0"/>
                  </a:moveTo>
                  <a:lnTo>
                    <a:pt x="781889" y="0"/>
                  </a:lnTo>
                  <a:cubicBezTo>
                    <a:pt x="791791" y="0"/>
                    <a:pt x="801287" y="3933"/>
                    <a:pt x="808289" y="10935"/>
                  </a:cubicBezTo>
                  <a:cubicBezTo>
                    <a:pt x="815290" y="17937"/>
                    <a:pt x="819224" y="27433"/>
                    <a:pt x="819224" y="37335"/>
                  </a:cubicBezTo>
                  <a:lnTo>
                    <a:pt x="819224" y="129546"/>
                  </a:lnTo>
                  <a:cubicBezTo>
                    <a:pt x="819224" y="139448"/>
                    <a:pt x="815290" y="148944"/>
                    <a:pt x="808289" y="155946"/>
                  </a:cubicBezTo>
                  <a:cubicBezTo>
                    <a:pt x="801287" y="162948"/>
                    <a:pt x="791791" y="166881"/>
                    <a:pt x="781889" y="166881"/>
                  </a:cubicBezTo>
                  <a:lnTo>
                    <a:pt x="37335" y="166881"/>
                  </a:lnTo>
                  <a:cubicBezTo>
                    <a:pt x="16715" y="166881"/>
                    <a:pt x="0" y="150166"/>
                    <a:pt x="0" y="129546"/>
                  </a:cubicBezTo>
                  <a:lnTo>
                    <a:pt x="0" y="37335"/>
                  </a:lnTo>
                  <a:cubicBezTo>
                    <a:pt x="0" y="27433"/>
                    <a:pt x="3933" y="17937"/>
                    <a:pt x="10935" y="10935"/>
                  </a:cubicBezTo>
                  <a:cubicBezTo>
                    <a:pt x="17937" y="3933"/>
                    <a:pt x="27433" y="0"/>
                    <a:pt x="37335" y="0"/>
                  </a:cubicBezTo>
                  <a:close/>
                </a:path>
              </a:pathLst>
            </a:custGeom>
            <a:solidFill>
              <a:srgbClr val="442D26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85725"/>
              <a:ext cx="819224" cy="811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2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5400000">
            <a:off x="6931222" y="-465878"/>
            <a:ext cx="4425555" cy="11218756"/>
            <a:chOff x="0" y="0"/>
            <a:chExt cx="1165578" cy="295473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65578" cy="2954734"/>
            </a:xfrm>
            <a:custGeom>
              <a:avLst/>
              <a:gdLst/>
              <a:ahLst/>
              <a:cxnLst/>
              <a:rect l="l" t="t" r="r" b="b"/>
              <a:pathLst>
                <a:path w="1165578" h="2954734">
                  <a:moveTo>
                    <a:pt x="54230" y="0"/>
                  </a:moveTo>
                  <a:lnTo>
                    <a:pt x="1111348" y="0"/>
                  </a:lnTo>
                  <a:cubicBezTo>
                    <a:pt x="1141299" y="0"/>
                    <a:pt x="1165578" y="24280"/>
                    <a:pt x="1165578" y="54230"/>
                  </a:cubicBezTo>
                  <a:lnTo>
                    <a:pt x="1165578" y="2900504"/>
                  </a:lnTo>
                  <a:cubicBezTo>
                    <a:pt x="1165578" y="2914886"/>
                    <a:pt x="1159865" y="2928680"/>
                    <a:pt x="1149695" y="2938850"/>
                  </a:cubicBezTo>
                  <a:cubicBezTo>
                    <a:pt x="1139524" y="2949020"/>
                    <a:pt x="1125731" y="2954734"/>
                    <a:pt x="1111348" y="2954734"/>
                  </a:cubicBezTo>
                  <a:lnTo>
                    <a:pt x="54230" y="2954734"/>
                  </a:lnTo>
                  <a:cubicBezTo>
                    <a:pt x="39848" y="2954734"/>
                    <a:pt x="26054" y="2949020"/>
                    <a:pt x="15884" y="2938850"/>
                  </a:cubicBezTo>
                  <a:cubicBezTo>
                    <a:pt x="5714" y="2928680"/>
                    <a:pt x="0" y="2914886"/>
                    <a:pt x="0" y="2900504"/>
                  </a:cubicBezTo>
                  <a:lnTo>
                    <a:pt x="0" y="54230"/>
                  </a:lnTo>
                  <a:cubicBezTo>
                    <a:pt x="0" y="39848"/>
                    <a:pt x="5714" y="26054"/>
                    <a:pt x="15884" y="15884"/>
                  </a:cubicBezTo>
                  <a:cubicBezTo>
                    <a:pt x="26054" y="5714"/>
                    <a:pt x="39848" y="0"/>
                    <a:pt x="54230" y="0"/>
                  </a:cubicBezTo>
                  <a:close/>
                </a:path>
              </a:pathLst>
            </a:custGeom>
            <a:solidFill>
              <a:srgbClr val="ECDDD4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85725"/>
              <a:ext cx="1165578" cy="28690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20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4403234" y="4443949"/>
            <a:ext cx="9507756" cy="1399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68"/>
              </a:lnSpc>
            </a:pPr>
            <a:r>
              <a:rPr lang="en-US" sz="10368" b="1" dirty="0">
                <a:solidFill>
                  <a:srgbClr val="442D26"/>
                </a:solidFill>
                <a:latin typeface="Saira Bold"/>
                <a:ea typeface="Saira Bold"/>
                <a:cs typeface="Saira Bold"/>
                <a:sym typeface="Saira Bold"/>
              </a:rPr>
              <a:t>Thank you!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591932" y="1266062"/>
            <a:ext cx="633626" cy="242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2189">
                <a:solidFill>
                  <a:srgbClr val="ECDDD4"/>
                </a:solidFill>
                <a:latin typeface="Saira"/>
                <a:ea typeface="Saira"/>
                <a:cs typeface="Saira"/>
                <a:sym typeface="Saira"/>
              </a:rPr>
              <a:t>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835</TotalTime>
  <Words>1272</Words>
  <Application>Microsoft Office PowerPoint</Application>
  <PresentationFormat>Custom</PresentationFormat>
  <Paragraphs>168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Saira Heavy</vt:lpstr>
      <vt:lpstr>Saira Bold</vt:lpstr>
      <vt:lpstr>Calibri</vt:lpstr>
      <vt:lpstr>Saira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Brown Modern Company profile Presentation</dc:title>
  <cp:lastModifiedBy>tanushkaraj10@gmail.com</cp:lastModifiedBy>
  <cp:revision>33</cp:revision>
  <dcterms:created xsi:type="dcterms:W3CDTF">2006-08-16T00:00:00Z</dcterms:created>
  <dcterms:modified xsi:type="dcterms:W3CDTF">2025-06-19T09:10:31Z</dcterms:modified>
  <dc:identifier>DAGqrvP_xD4</dc:identifier>
</cp:coreProperties>
</file>